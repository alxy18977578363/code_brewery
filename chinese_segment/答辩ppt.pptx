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80" r:id="rId2"/>
    <p:sldId id="351" r:id="rId3"/>
    <p:sldId id="310" r:id="rId4"/>
    <p:sldId id="397" r:id="rId5"/>
    <p:sldId id="403" r:id="rId6"/>
    <p:sldId id="400" r:id="rId7"/>
    <p:sldId id="399" r:id="rId8"/>
    <p:sldId id="401" r:id="rId9"/>
    <p:sldId id="404" r:id="rId10"/>
    <p:sldId id="405" r:id="rId11"/>
    <p:sldId id="406" r:id="rId12"/>
    <p:sldId id="407" r:id="rId13"/>
    <p:sldId id="408" r:id="rId14"/>
    <p:sldId id="409" r:id="rId15"/>
    <p:sldId id="411" r:id="rId16"/>
    <p:sldId id="410" r:id="rId17"/>
    <p:sldId id="638" r:id="rId18"/>
    <p:sldId id="639" r:id="rId19"/>
    <p:sldId id="642" r:id="rId20"/>
    <p:sldId id="412" r:id="rId21"/>
    <p:sldId id="636" r:id="rId22"/>
    <p:sldId id="640" r:id="rId23"/>
    <p:sldId id="643" r:id="rId24"/>
    <p:sldId id="641" r:id="rId25"/>
    <p:sldId id="645" r:id="rId26"/>
    <p:sldId id="637" r:id="rId27"/>
    <p:sldId id="644" r:id="rId28"/>
    <p:sldId id="63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E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81" y="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AF6FD-9CC8-4935-8EB5-F517B6730A6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DDA88-F4DE-435C-AE2D-90C4444BE9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685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C117B-EA5E-7781-6230-2F0D17D5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DB4B75-6D92-93E1-7393-ECBBE18F1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150692-CB0B-E8C9-6584-04210FAB7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0DF850-C6AE-4FFB-7762-C4E902FCC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15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BCDA3-19A6-F15D-BCFF-91E422455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E58F0B-46C2-EFB5-CA88-D83A45971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9D27E1-7B6D-BA72-0BF1-B070DE523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DF6527-31A4-CEB2-D162-50BBDA10E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196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96A07-9F0B-2DB2-6F06-36B7067B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B3B4B1-E1BB-F71D-EE60-153E9D35B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AC5BC9-E4BC-A6C1-99F5-2E446B91D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C3B98D-D93B-6D7E-D31E-D2162A8DE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357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775F7-7C80-8936-C700-ADF9CF96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E0B407-1050-AE23-03AE-1610A364C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6887AA-541C-4F65-1956-6A0E1EFFC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72E5F8-4263-6216-E3F0-7075C4A08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805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CECF0-8B0A-5C3B-944F-22626561B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586210-E90F-C5E6-5AB1-52279BF75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DC2F27-774A-1304-554E-662AB9459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01D403-8DC4-79B7-69EE-77D5ECE99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913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A708C-49AF-9751-85C4-DA090D9D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5D1C55-1D84-A307-68C4-EE201F14E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79B349-02B3-A70C-1EFB-9F2B21C33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B56162-D7C7-0CC3-6BF5-97E00CC12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820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64421-D830-C046-82E3-2BD2C4227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2C9529-77A0-6568-1227-23304EE89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ED7FB1-E18C-0621-3067-A1DE3B0B9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FCD8DC-247A-69D8-61AF-86522934F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961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5C5CF-F14D-CB4E-EF64-B2C04DD09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3B0FBA-00DB-7E34-948D-9ED87D432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6AB8CD-9639-FB8B-3DF0-98916AD5E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569152-867D-2CFB-8B42-0ED65F622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031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68AD6-7332-FD37-AC3F-8757CEAB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CC8A13-0624-9732-5BD7-9AB53B32F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D9637A-5B9A-C485-F342-F32E7D61D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933156-1643-FEC9-91E2-B1D254238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905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FBA50-D0C7-2BB8-036F-A055A1C5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73765F-CE64-9BEE-DDD0-91C7E8140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EB6C73-81F0-62DC-8724-EEA6ED604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4006E6-7B65-BF2A-4378-DD22CB416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3909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A53DD-0BD3-2BE6-5C5E-F9D812F3D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442AE1-33F9-17A8-E760-73EDE3889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2C2E23-43A9-4C84-10C2-2BD9980CB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E0AE7F-B64F-6052-194E-950CEFD11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779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CE558-3509-ACDC-16A8-CC51D2B49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6CB1D7-73D8-2242-E708-BEB5E3F72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4D8346-7966-CB67-5403-3F47C7C42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D6D101-4C40-AD99-864D-CCF12ABFE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220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D4008-F7FD-5119-F478-7CC735973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8E85D4-5F04-3132-33B7-C91D92F02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3FD583-7598-9612-1159-6A3F065B4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67E201-F7FE-9FA3-9073-74C578A80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955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4AE4A-AC0B-BF86-CB62-618F9135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B17ED1-78CB-E4FF-C13C-D8CC393F7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92772A-3787-241B-6837-EB2C46F56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3ADEC-84D0-C204-2C7A-FF66F833C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776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9726-D0CE-14BA-2049-5226B314D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2CEDBF-8AA3-7C10-77EE-B28F717F8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92F96E-6613-BD69-A08F-2384B7E1E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CFB020-9547-6D53-8F3C-E8AD2CD55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8400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DB52B-6136-BF8E-7C72-9C68ABF5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53BFF8-60A5-3C86-771A-8DF74B122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EEA31E-3EC0-71D8-E9FB-A4F2CC434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EAA77F-4B3D-BE06-32AD-83D103051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877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AF8D-6944-4867-07B4-5E8A9CA24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B3906D-45FE-2F0B-3684-7BB75A739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01CBB7-E77E-A19B-71D9-F02B23945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3ABF0-F018-9C27-F289-89077468F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4854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EF4EB-0F4C-4613-9DBD-419B5E42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B84F56-8997-B84D-48F4-A07B0965D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9B2A13-2714-F2EE-ACAB-46F9BFEFC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15C5F2-D8D3-FFBD-8C6C-D6D9C7485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7069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E58A5-7B12-0FB3-98B7-D99CEA15A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E0F544-1A33-92E3-98A9-D1C373756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41077A-DD0D-1913-68B6-7A873FC34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D5F5AC-8819-9B30-295D-CD54FE452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7495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E0C17-2395-0EA1-BADC-969C1F17B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387CF9-FE8A-EC0B-9380-5338CC843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F0BA86-2AAC-A376-BEC5-3FC8713B3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07133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223B1C-0F4A-4081-27F1-216F9E070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3236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112CA-49FA-4ADC-AC1B-1990E2AD9F14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1824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image" Target="../media/image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4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610437"/>
            <a:ext cx="12192000" cy="3780430"/>
          </a:xfrm>
          <a:prstGeom prst="rect">
            <a:avLst/>
          </a:prstGeom>
          <a:solidFill>
            <a:srgbClr val="0042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96000" y="2580000"/>
            <a:ext cx="10000000" cy="9233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ea typeface="思源黑体 CN Medium" panose="020B0600000000000000" pitchFamily="34" charset="-122"/>
              </a:rPr>
              <a:t>文献综述</a:t>
            </a:r>
            <a:r>
              <a:rPr lang="en-US" altLang="zh-CN" sz="5400" dirty="0">
                <a:solidFill>
                  <a:schemeClr val="bg1"/>
                </a:solidFill>
                <a:ea typeface="思源黑体 CN Medium" panose="020B0600000000000000" pitchFamily="34" charset="-122"/>
              </a:rPr>
              <a:t>Agent</a:t>
            </a:r>
            <a:r>
              <a:rPr lang="zh-CN" altLang="en-US" sz="5400" dirty="0">
                <a:solidFill>
                  <a:schemeClr val="bg1"/>
                </a:solidFill>
                <a:ea typeface="思源黑体 CN Medium" panose="020B0600000000000000" pitchFamily="34" charset="-122"/>
              </a:rPr>
              <a:t>工具</a:t>
            </a:r>
          </a:p>
        </p:txBody>
      </p:sp>
      <p:sp>
        <p:nvSpPr>
          <p:cNvPr id="40" name="subtitle_en"/>
          <p:cNvSpPr txBox="1"/>
          <p:nvPr/>
        </p:nvSpPr>
        <p:spPr>
          <a:xfrm>
            <a:off x="1096000" y="3640000"/>
            <a:ext cx="10000000" cy="5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altLang="zh-CN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Literature Review Agent</a:t>
            </a:r>
          </a:p>
        </p:txBody>
      </p:sp>
      <p:sp>
        <p:nvSpPr>
          <p:cNvPr id="18" name="矩形 17"/>
          <p:cNvSpPr/>
          <p:nvPr/>
        </p:nvSpPr>
        <p:spPr>
          <a:xfrm>
            <a:off x="3870035" y="5773684"/>
            <a:ext cx="44796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同济大学  ·  中文信息处理</a:t>
            </a:r>
            <a:r>
              <a:rPr lang="en-US" altLang="zh-CN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226" y="935713"/>
            <a:ext cx="1332748" cy="133892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41DF69C-B26A-7646-C749-74310B2FFD26}"/>
              </a:ext>
            </a:extLst>
          </p:cNvPr>
          <p:cNvSpPr txBox="1"/>
          <p:nvPr/>
        </p:nvSpPr>
        <p:spPr>
          <a:xfrm>
            <a:off x="1539350" y="4612779"/>
            <a:ext cx="9738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Microsoft YaHei"/>
              </a:rPr>
              <a:t>李睿 </a:t>
            </a:r>
            <a:r>
              <a:rPr lang="en-US" altLang="zh-CN" dirty="0">
                <a:solidFill>
                  <a:schemeClr val="bg1"/>
                </a:solidFill>
                <a:latin typeface="Microsoft YaHei"/>
              </a:rPr>
              <a:t>2351610   </a:t>
            </a:r>
            <a:r>
              <a:rPr lang="zh-CN" altLang="en-US" dirty="0">
                <a:solidFill>
                  <a:schemeClr val="bg1"/>
                </a:solidFill>
                <a:latin typeface="Microsoft YaHei"/>
              </a:rPr>
              <a:t>张健翔 </a:t>
            </a:r>
            <a:r>
              <a:rPr lang="en-US" altLang="zh-CN" dirty="0">
                <a:solidFill>
                  <a:schemeClr val="bg1"/>
                </a:solidFill>
                <a:latin typeface="Microsoft YaHei"/>
              </a:rPr>
              <a:t>2351457  </a:t>
            </a:r>
            <a:r>
              <a:rPr lang="zh-CN" altLang="en-US" dirty="0">
                <a:solidFill>
                  <a:schemeClr val="bg1"/>
                </a:solidFill>
                <a:latin typeface="Microsoft YaHei"/>
              </a:rPr>
              <a:t>张宸浩 </a:t>
            </a:r>
            <a:r>
              <a:rPr lang="en-US" altLang="zh-CN" dirty="0">
                <a:solidFill>
                  <a:schemeClr val="bg1"/>
                </a:solidFill>
                <a:latin typeface="Microsoft YaHei"/>
              </a:rPr>
              <a:t>2351577  </a:t>
            </a:r>
            <a:r>
              <a:rPr lang="zh-CN" altLang="en-US" dirty="0">
                <a:solidFill>
                  <a:schemeClr val="bg1"/>
                </a:solidFill>
                <a:latin typeface="Microsoft YaHei"/>
              </a:rPr>
              <a:t>崔皓哲 </a:t>
            </a:r>
            <a:r>
              <a:rPr lang="en-US" altLang="zh-CN" dirty="0">
                <a:solidFill>
                  <a:schemeClr val="bg1"/>
                </a:solidFill>
                <a:latin typeface="Microsoft YaHei"/>
              </a:rPr>
              <a:t>2352462  </a:t>
            </a:r>
            <a:r>
              <a:rPr lang="zh-CN" altLang="en-US" dirty="0">
                <a:solidFill>
                  <a:schemeClr val="bg1"/>
                </a:solidFill>
                <a:latin typeface="Microsoft YaHei"/>
              </a:rPr>
              <a:t>李盛鹏 </a:t>
            </a:r>
            <a:r>
              <a:rPr lang="en-US" altLang="zh-CN" dirty="0">
                <a:solidFill>
                  <a:schemeClr val="bg1"/>
                </a:solidFill>
                <a:latin typeface="Microsoft YaHei"/>
              </a:rPr>
              <a:t>2351136</a:t>
            </a: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F2BEFB-E522-057E-0063-61021AD8822A}"/>
              </a:ext>
            </a:extLst>
          </p:cNvPr>
          <p:cNvSpPr txBox="1"/>
          <p:nvPr/>
        </p:nvSpPr>
        <p:spPr>
          <a:xfrm>
            <a:off x="2850099" y="4090751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Microsoft YaHei"/>
              </a:rPr>
              <a:t>构建可信任、可追溯、可验证的自动文献综述系统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31000"/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4244454" cy="6858000"/>
          </a:xfrm>
          <a:prstGeom prst="rect">
            <a:avLst/>
          </a:prstGeom>
          <a:solidFill>
            <a:srgbClr val="0042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5708243" y="1396558"/>
            <a:ext cx="3736794" cy="655071"/>
            <a:chOff x="5750599" y="1460311"/>
            <a:chExt cx="3736794" cy="655071"/>
          </a:xfrm>
        </p:grpSpPr>
        <p:grpSp>
          <p:nvGrpSpPr>
            <p:cNvPr id="12" name="组合 11"/>
            <p:cNvGrpSpPr/>
            <p:nvPr/>
          </p:nvGrpSpPr>
          <p:grpSpPr>
            <a:xfrm>
              <a:off x="5750599" y="1460311"/>
              <a:ext cx="655071" cy="655071"/>
              <a:chOff x="5459126" y="1460311"/>
              <a:chExt cx="655071" cy="655071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5459126" y="1460311"/>
                <a:ext cx="655071" cy="655071"/>
              </a:xfrm>
              <a:prstGeom prst="ellipse">
                <a:avLst/>
              </a:prstGeom>
              <a:solidFill>
                <a:srgbClr val="004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5484335" y="1572403"/>
                <a:ext cx="604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6777997" y="1557014"/>
              <a:ext cx="270939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项目背景与动机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129826" y="2281904"/>
            <a:ext cx="1954627" cy="1966644"/>
            <a:chOff x="1074057" y="2518270"/>
            <a:chExt cx="1954627" cy="1966644"/>
          </a:xfrm>
        </p:grpSpPr>
        <p:sp>
          <p:nvSpPr>
            <p:cNvPr id="17" name="矩形 16"/>
            <p:cNvSpPr/>
            <p:nvPr/>
          </p:nvSpPr>
          <p:spPr>
            <a:xfrm>
              <a:off x="1074057" y="2518270"/>
              <a:ext cx="1349939" cy="1966644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srgbClr val="82318E"/>
                </a:solidFill>
                <a:effectLst/>
                <a:uLnTx/>
                <a:uFillTx/>
                <a:latin typeface="Segoe UI" panose="020B0502040204020203"/>
                <a:ea typeface="阿里巴巴普惠体 R" panose="00020600040101010101" pitchFamily="18" charset="-122"/>
                <a:cs typeface="+mn-cs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85596" y="2995232"/>
              <a:ext cx="1843088" cy="1015663"/>
            </a:xfrm>
            <a:prstGeom prst="rect">
              <a:avLst/>
            </a:prstGeom>
            <a:solidFill>
              <a:srgbClr val="00427E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+mn-cs"/>
                </a:rPr>
                <a:t>目录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708243" y="2490661"/>
            <a:ext cx="3376118" cy="655071"/>
            <a:chOff x="5750599" y="1460311"/>
            <a:chExt cx="3376118" cy="655071"/>
          </a:xfrm>
        </p:grpSpPr>
        <p:grpSp>
          <p:nvGrpSpPr>
            <p:cNvPr id="23" name="组合 22"/>
            <p:cNvGrpSpPr/>
            <p:nvPr/>
          </p:nvGrpSpPr>
          <p:grpSpPr>
            <a:xfrm>
              <a:off x="5750599" y="1460311"/>
              <a:ext cx="655071" cy="655071"/>
              <a:chOff x="5459126" y="1460311"/>
              <a:chExt cx="655071" cy="655071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5459126" y="1460311"/>
                <a:ext cx="655071" cy="655071"/>
              </a:xfrm>
              <a:prstGeom prst="ellipse">
                <a:avLst/>
              </a:prstGeom>
              <a:solidFill>
                <a:srgbClr val="004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5484335" y="1572403"/>
                <a:ext cx="604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sp>
          <p:nvSpPr>
            <p:cNvPr id="24" name="矩形 23"/>
            <p:cNvSpPr/>
            <p:nvPr/>
          </p:nvSpPr>
          <p:spPr>
            <a:xfrm>
              <a:off x="6777997" y="1557014"/>
              <a:ext cx="23487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系统总体设计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708243" y="3584764"/>
            <a:ext cx="4443718" cy="655071"/>
            <a:chOff x="5750599" y="1460311"/>
            <a:chExt cx="4443718" cy="655071"/>
          </a:xfrm>
        </p:grpSpPr>
        <p:grpSp>
          <p:nvGrpSpPr>
            <p:cNvPr id="28" name="组合 27"/>
            <p:cNvGrpSpPr/>
            <p:nvPr/>
          </p:nvGrpSpPr>
          <p:grpSpPr>
            <a:xfrm>
              <a:off x="5750599" y="1460311"/>
              <a:ext cx="655071" cy="655071"/>
              <a:chOff x="5459126" y="1460311"/>
              <a:chExt cx="655071" cy="655071"/>
            </a:xfrm>
          </p:grpSpPr>
          <p:sp>
            <p:nvSpPr>
              <p:cNvPr id="30" name="椭圆 29"/>
              <p:cNvSpPr/>
              <p:nvPr/>
            </p:nvSpPr>
            <p:spPr>
              <a:xfrm>
                <a:off x="5459126" y="1460311"/>
                <a:ext cx="655071" cy="655071"/>
              </a:xfrm>
              <a:prstGeom prst="ellipse">
                <a:avLst/>
              </a:prstGeom>
              <a:solidFill>
                <a:srgbClr val="004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5484335" y="1572403"/>
                <a:ext cx="604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03</a:t>
                </a:r>
                <a:endParaRPr lang="zh-CN" altLang="en-US" sz="28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6777997" y="1557014"/>
              <a:ext cx="34163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系统测试与结果分析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708243" y="4678866"/>
            <a:ext cx="3038163" cy="655071"/>
            <a:chOff x="5750599" y="1460311"/>
            <a:chExt cx="3038163" cy="655071"/>
          </a:xfrm>
        </p:grpSpPr>
        <p:grpSp>
          <p:nvGrpSpPr>
            <p:cNvPr id="33" name="组合 32"/>
            <p:cNvGrpSpPr/>
            <p:nvPr/>
          </p:nvGrpSpPr>
          <p:grpSpPr>
            <a:xfrm>
              <a:off x="5750599" y="1460311"/>
              <a:ext cx="655071" cy="655071"/>
              <a:chOff x="5459126" y="1460311"/>
              <a:chExt cx="655071" cy="655071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5459126" y="1460311"/>
                <a:ext cx="655071" cy="655071"/>
              </a:xfrm>
              <a:prstGeom prst="ellipse">
                <a:avLst/>
              </a:prstGeom>
              <a:solidFill>
                <a:srgbClr val="0042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5484335" y="1572403"/>
                <a:ext cx="60465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800" dirty="0">
                    <a:solidFill>
                      <a:schemeClr val="bg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</a:rPr>
                  <a:t>04</a:t>
                </a:r>
                <a:endParaRPr lang="zh-CN" altLang="en-US" sz="28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6808733" y="1557014"/>
              <a:ext cx="198002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总结与展望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4645" y="181001"/>
            <a:ext cx="703503" cy="706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-1998" y="-1"/>
            <a:ext cx="12192000" cy="6858000"/>
          </a:xfrm>
          <a:prstGeom prst="rect">
            <a:avLst/>
          </a:prstGeom>
          <a:solidFill>
            <a:srgbClr val="00427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682029" y="2159568"/>
            <a:ext cx="2827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a typeface="思源黑体 CN Bold" panose="020B0800000000000000" pitchFamily="34" charset="-122"/>
              </a:rPr>
              <a:t>PART  01</a:t>
            </a:r>
            <a:endParaRPr lang="zh-CN" altLang="en-US" sz="4400" b="1" dirty="0">
              <a:solidFill>
                <a:schemeClr val="bg1"/>
              </a:solidFill>
              <a:ea typeface="思源黑体 CN Bold" panose="020B0800000000000000" pitchFamily="34" charset="-122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3168909" y="3289054"/>
            <a:ext cx="5869058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1pPr>
          </a:lstStyle>
          <a:p>
            <a:pPr algn="ctr"/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项目背景与动机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/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/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100" name="sectiontag"/>
          <p:cNvSpPr txBox="1"/>
          <p:nvPr/>
        </p:nvSpPr>
        <p:spPr>
          <a:xfrm>
            <a:off x="1060000" y="405000"/>
            <a:ext cx="6000000" cy="470000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项目背景与动机</a:t>
            </a:r>
            <a:endParaRPr lang="zh-CN" altLang="en-US" sz="2000" b="1" i="0" dirty="0">
              <a:solidFill>
                <a:srgbClr val="0042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c"/>
          <p:cNvSpPr/>
          <p:nvPr>
            <p:custDataLst>
              <p:tags r:id="rId1"/>
            </p:custDataLst>
          </p:nvPr>
        </p:nvSpPr>
        <p:spPr>
          <a:xfrm>
            <a:off x="242801" y="1161329"/>
            <a:ext cx="6050000" cy="113000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C9D6E5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>
              <a:buNone/>
            </a:pPr>
            <a:endParaRPr dirty="0"/>
          </a:p>
        </p:txBody>
      </p:sp>
      <p:sp>
        <p:nvSpPr>
          <p:cNvPr id="102" name="circ"/>
          <p:cNvSpPr/>
          <p:nvPr>
            <p:custDataLst>
              <p:tags r:id="rId2"/>
            </p:custDataLst>
          </p:nvPr>
        </p:nvSpPr>
        <p:spPr>
          <a:xfrm>
            <a:off x="399240" y="1446329"/>
            <a:ext cx="560000" cy="560000"/>
          </a:xfrm>
          <a:prstGeom prst="ellipse">
            <a:avLst/>
          </a:prstGeom>
          <a:solidFill>
            <a:srgbClr val="00427E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</a:p>
        </p:txBody>
      </p:sp>
      <p:sp>
        <p:nvSpPr>
          <p:cNvPr id="104" name="rc"/>
          <p:cNvSpPr/>
          <p:nvPr>
            <p:custDataLst>
              <p:tags r:id="rId3"/>
            </p:custDataLst>
          </p:nvPr>
        </p:nvSpPr>
        <p:spPr>
          <a:xfrm>
            <a:off x="242801" y="2351329"/>
            <a:ext cx="6050000" cy="113000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C9D6E5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>
              <a:buNone/>
            </a:pPr>
            <a:endParaRPr dirty="0"/>
          </a:p>
        </p:txBody>
      </p:sp>
      <p:sp>
        <p:nvSpPr>
          <p:cNvPr id="105" name="circ"/>
          <p:cNvSpPr/>
          <p:nvPr>
            <p:custDataLst>
              <p:tags r:id="rId4"/>
            </p:custDataLst>
          </p:nvPr>
        </p:nvSpPr>
        <p:spPr>
          <a:xfrm>
            <a:off x="399240" y="2636329"/>
            <a:ext cx="560000" cy="560000"/>
          </a:xfrm>
          <a:prstGeom prst="ellipse">
            <a:avLst/>
          </a:prstGeom>
          <a:solidFill>
            <a:srgbClr val="00427E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</a:p>
        </p:txBody>
      </p:sp>
      <p:sp>
        <p:nvSpPr>
          <p:cNvPr id="107" name="rc"/>
          <p:cNvSpPr/>
          <p:nvPr>
            <p:custDataLst>
              <p:tags r:id="rId5"/>
            </p:custDataLst>
          </p:nvPr>
        </p:nvSpPr>
        <p:spPr>
          <a:xfrm>
            <a:off x="242801" y="3541329"/>
            <a:ext cx="6050000" cy="113000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C9D6E5"/>
            </a:solidFill>
          </a:ln>
        </p:spPr>
        <p:txBody>
          <a:bodyPr wrap="square" lIns="137160" tIns="68580" rIns="137160" bIns="68580" rtlCol="0" anchor="ctr">
            <a:normAutofit/>
          </a:bodyPr>
          <a:lstStyle/>
          <a:p>
            <a:pPr>
              <a:buNone/>
            </a:pPr>
            <a:endParaRPr dirty="0"/>
          </a:p>
        </p:txBody>
      </p:sp>
      <p:sp>
        <p:nvSpPr>
          <p:cNvPr id="108" name="circ"/>
          <p:cNvSpPr/>
          <p:nvPr>
            <p:custDataLst>
              <p:tags r:id="rId6"/>
            </p:custDataLst>
          </p:nvPr>
        </p:nvSpPr>
        <p:spPr>
          <a:xfrm>
            <a:off x="399240" y="3826329"/>
            <a:ext cx="560000" cy="560000"/>
          </a:xfrm>
          <a:prstGeom prst="ellipse">
            <a:avLst/>
          </a:prstGeom>
          <a:solidFill>
            <a:srgbClr val="00427E"/>
          </a:solidFill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</a:t>
            </a: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1109239" y="1251329"/>
            <a:ext cx="1427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论文数量庞大</a:t>
            </a: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109240" y="2437440"/>
            <a:ext cx="1621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阅读门槛高</a:t>
            </a: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045740" y="3627440"/>
            <a:ext cx="1583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归纳整理困难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683631" y="372294"/>
            <a:ext cx="10351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构建一个 可信任、可追溯、可验证 的自动文献综述系统</a:t>
            </a:r>
            <a:endParaRPr lang="zh-CN" altLang="en-US" sz="2000" dirty="0">
              <a:solidFill>
                <a:srgbClr val="2A31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991308" y="1550096"/>
            <a:ext cx="4845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arXiv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每天新增上千篇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人工检索筛选耗时</a:t>
            </a: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991308" y="2749280"/>
            <a:ext cx="4845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英文论文为主，专业术语多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初学者难以抓住核心方法与结论</a:t>
            </a: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946362" y="3918056"/>
            <a:ext cx="4845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需要反复对比不同工作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工作量大且容易遗漏重要信息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94D62F3-99A9-7BA2-59FF-9ACA7E2E685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9300" y="1315467"/>
            <a:ext cx="5757713" cy="312580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7AB9EE2-23C7-67A0-2594-FA373466457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3758" y="4818003"/>
            <a:ext cx="9804484" cy="1894758"/>
          </a:xfrm>
          <a:prstGeom prst="rect">
            <a:avLst/>
          </a:prstGeom>
        </p:spPr>
      </p:pic>
      <p:sp>
        <p:nvSpPr>
          <p:cNvPr id="25" name="Rectangle 4">
            <a:extLst>
              <a:ext uri="{FF2B5EF4-FFF2-40B4-BE49-F238E27FC236}">
                <a16:creationId xmlns:a16="http://schemas.microsoft.com/office/drawing/2014/main" id="{3A0B16A3-4C07-A5D1-7821-DDFF7F3466A5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FCB04-4EDF-044C-B734-66452F8C8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4D357B-91D8-0765-C519-A1461D19C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526F7585-602C-0570-58C0-2D2077F75FDE}"/>
              </a:ext>
            </a:extLst>
          </p:cNvPr>
          <p:cNvSpPr/>
          <p:nvPr/>
        </p:nvSpPr>
        <p:spPr>
          <a:xfrm>
            <a:off x="-1998" y="-1"/>
            <a:ext cx="12192000" cy="6858000"/>
          </a:xfrm>
          <a:prstGeom prst="rect">
            <a:avLst/>
          </a:prstGeom>
          <a:solidFill>
            <a:srgbClr val="00427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AEE5427-609B-29D0-C4D4-40C32F2FF674}"/>
              </a:ext>
            </a:extLst>
          </p:cNvPr>
          <p:cNvSpPr txBox="1"/>
          <p:nvPr/>
        </p:nvSpPr>
        <p:spPr>
          <a:xfrm>
            <a:off x="4682029" y="2159568"/>
            <a:ext cx="2827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a typeface="思源黑体 CN Bold" panose="020B0800000000000000" pitchFamily="34" charset="-122"/>
              </a:rPr>
              <a:t>PART  02</a:t>
            </a:r>
            <a:endParaRPr lang="zh-CN" altLang="en-US" sz="4400" b="1" dirty="0">
              <a:solidFill>
                <a:schemeClr val="bg1"/>
              </a:solidFill>
              <a:ea typeface="思源黑体 CN Bold" panose="020B0800000000000000" pitchFamily="34" charset="-122"/>
            </a:endParaRPr>
          </a:p>
        </p:txBody>
      </p:sp>
      <p:sp>
        <p:nvSpPr>
          <p:cNvPr id="34" name="标题 1">
            <a:extLst>
              <a:ext uri="{FF2B5EF4-FFF2-40B4-BE49-F238E27FC236}">
                <a16:creationId xmlns:a16="http://schemas.microsoft.com/office/drawing/2014/main" id="{200C555D-47B2-728E-58AD-469AA17A33E7}"/>
              </a:ext>
            </a:extLst>
          </p:cNvPr>
          <p:cNvSpPr txBox="1"/>
          <p:nvPr/>
        </p:nvSpPr>
        <p:spPr>
          <a:xfrm>
            <a:off x="3168909" y="3289054"/>
            <a:ext cx="5869058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1pPr>
          </a:lstStyle>
          <a:p>
            <a:pPr algn="ctr"/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</a:t>
            </a:r>
          </a:p>
        </p:txBody>
      </p:sp>
    </p:spTree>
    <p:extLst>
      <p:ext uri="{BB962C8B-B14F-4D97-AF65-F5344CB8AC3E}">
        <p14:creationId xmlns:p14="http://schemas.microsoft.com/office/powerpoint/2010/main" val="1672108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1EBCF-EC0E-1362-D9E9-4EAD55BAC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83F630E1-DC09-BCD6-CA7B-14A4100B5D00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5275141A-850B-3DDB-5336-BF4EB8381686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D591613A-AFB7-1B33-D686-1F50BC4053DF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5DA42381-6BC4-E5D6-BF89-7871B3D5744A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A7AB64-ADF3-CD69-7027-AFB8E53CA94A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系统功能概览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C554BD9-B053-93A6-C5AF-EADE1266B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23" y="1904298"/>
            <a:ext cx="11574887" cy="318250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8B7AC62-80B2-EE84-6AB8-D6EE89057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03" y="5293608"/>
            <a:ext cx="10315977" cy="94033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A04BC14-467D-0036-80F0-595398214F3B}"/>
              </a:ext>
            </a:extLst>
          </p:cNvPr>
          <p:cNvSpPr txBox="1"/>
          <p:nvPr/>
        </p:nvSpPr>
        <p:spPr>
          <a:xfrm>
            <a:off x="661626" y="1199150"/>
            <a:ext cx="10921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2A31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用户输入研究主题后，系统自动完成从检索到展示的全流程，输出可追溯的文献综述与可视化结果。</a:t>
            </a:r>
          </a:p>
        </p:txBody>
      </p:sp>
    </p:spTree>
    <p:extLst>
      <p:ext uri="{BB962C8B-B14F-4D97-AF65-F5344CB8AC3E}">
        <p14:creationId xmlns:p14="http://schemas.microsoft.com/office/powerpoint/2010/main" val="2617569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22000-D29E-6A27-A3AA-978FE3AC8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61A73B03-2CAE-210C-5F50-7ED9C5C0B5A3}"/>
              </a:ext>
            </a:extLst>
          </p:cNvPr>
          <p:cNvSpPr/>
          <p:nvPr/>
        </p:nvSpPr>
        <p:spPr>
          <a:xfrm>
            <a:off x="880041" y="5795016"/>
            <a:ext cx="10154453" cy="535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02E3AAD-F75A-4ACD-8A4B-76CF02F4CC2D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16D11874-EA5F-D267-4742-9CE072C86B88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5C54CFAE-D5FD-945C-6B6E-F64F169094A8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2F38B1A6-6418-9E11-C99F-159B6C9ED968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6212F6D-1D28-78E4-E265-7E2BF4DB5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263583"/>
              </p:ext>
            </p:extLst>
          </p:nvPr>
        </p:nvGraphicFramePr>
        <p:xfrm>
          <a:off x="600450" y="1270984"/>
          <a:ext cx="10713639" cy="4242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213">
                  <a:extLst>
                    <a:ext uri="{9D8B030D-6E8A-4147-A177-3AD203B41FA5}">
                      <a16:colId xmlns:a16="http://schemas.microsoft.com/office/drawing/2014/main" val="1755658999"/>
                    </a:ext>
                  </a:extLst>
                </a:gridCol>
                <a:gridCol w="3571213">
                  <a:extLst>
                    <a:ext uri="{9D8B030D-6E8A-4147-A177-3AD203B41FA5}">
                      <a16:colId xmlns:a16="http://schemas.microsoft.com/office/drawing/2014/main" val="4171162453"/>
                    </a:ext>
                  </a:extLst>
                </a:gridCol>
                <a:gridCol w="3571213">
                  <a:extLst>
                    <a:ext uri="{9D8B030D-6E8A-4147-A177-3AD203B41FA5}">
                      <a16:colId xmlns:a16="http://schemas.microsoft.com/office/drawing/2014/main" val="1184182641"/>
                    </a:ext>
                  </a:extLst>
                </a:gridCol>
              </a:tblGrid>
              <a:tr h="7070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3F8F"/>
                          </a:solidFill>
                          <a:latin typeface="Microsoft YaHei"/>
                        </a:defRPr>
                      </a:pPr>
                      <a:r>
                        <a:rPr sz="1700" dirty="0" err="1"/>
                        <a:t>技术类别</a:t>
                      </a:r>
                      <a:endParaRPr sz="1700" dirty="0"/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3F8F"/>
                          </a:solidFill>
                          <a:latin typeface="Microsoft YaHei"/>
                        </a:defRPr>
                      </a:pPr>
                      <a:r>
                        <a:rPr sz="1700" dirty="0" err="1"/>
                        <a:t>代表技术</a:t>
                      </a:r>
                      <a:endParaRPr sz="1700" dirty="0"/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3F8F"/>
                          </a:solidFill>
                          <a:latin typeface="Microsoft YaHei"/>
                        </a:defRPr>
                      </a:pPr>
                      <a:r>
                        <a:rPr sz="1700" dirty="0" err="1"/>
                        <a:t>在系统中的作用</a:t>
                      </a:r>
                      <a:endParaRPr sz="1700" dirty="0"/>
                    </a:p>
                  </a:txBody>
                  <a:tcPr marL="36576" marR="36576" marT="27432" marB="27432" anchor="ctr"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835509"/>
                  </a:ext>
                </a:extLst>
              </a:tr>
              <a:tr h="70705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/>
                        <a:t>真实数据来源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 dirty="0" err="1"/>
                        <a:t>arXiv</a:t>
                      </a:r>
                      <a:r>
                        <a:rPr sz="1700" dirty="0"/>
                        <a:t> / Semantic Scholar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 dirty="0" err="1"/>
                        <a:t>检索真实论文，降低无源生成风险</a:t>
                      </a:r>
                      <a:endParaRPr sz="1700" dirty="0"/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095169"/>
                  </a:ext>
                </a:extLst>
              </a:tr>
              <a:tr h="70705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/>
                        <a:t>中文信息处理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 dirty="0" err="1"/>
                        <a:t>jieba</a:t>
                      </a:r>
                      <a:r>
                        <a:rPr sz="1700" dirty="0"/>
                        <a:t> / </a:t>
                      </a:r>
                      <a:r>
                        <a:rPr sz="1700" dirty="0" err="1"/>
                        <a:t>自定义词典</a:t>
                      </a:r>
                      <a:r>
                        <a:rPr sz="1700" dirty="0"/>
                        <a:t> / </a:t>
                      </a:r>
                      <a:r>
                        <a:rPr sz="1700" dirty="0" err="1"/>
                        <a:t>正则</a:t>
                      </a:r>
                      <a:endParaRPr sz="1700" dirty="0"/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 dirty="0" err="1"/>
                        <a:t>抽取方法、数据集、指标等结构化信息</a:t>
                      </a:r>
                      <a:endParaRPr sz="1700" dirty="0"/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89268"/>
                  </a:ext>
                </a:extLst>
              </a:tr>
              <a:tr h="70705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/>
                        <a:t>统计建模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/>
                        <a:t>TF-IDF / KMeans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 dirty="0" err="1"/>
                        <a:t>关键词加权、相关性重排、主题聚类</a:t>
                      </a:r>
                      <a:endParaRPr sz="1700" dirty="0"/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847229"/>
                  </a:ext>
                </a:extLst>
              </a:tr>
              <a:tr h="70705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/>
                        <a:t>生成控制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/>
                        <a:t>RAG / 多智能体SOP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 dirty="0" err="1"/>
                        <a:t>让综述基于论文，并通过核查返工降低幻觉</a:t>
                      </a:r>
                      <a:endParaRPr sz="1700" dirty="0"/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628629"/>
                  </a:ext>
                </a:extLst>
              </a:tr>
              <a:tr h="70705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/>
                        <a:t>可视化展示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/>
                        <a:t>Chart.js / Mermaid / wordcloud2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Microsoft YaHei"/>
                        </a:defRPr>
                      </a:pPr>
                      <a:r>
                        <a:rPr sz="1700" dirty="0" err="1"/>
                        <a:t>把中间结果与最终综述展示给用户</a:t>
                      </a:r>
                      <a:endParaRPr sz="1700" dirty="0"/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06048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AAA96BF-8F6B-1704-80AA-022C696AE09B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相关技术概览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14C323-4140-3169-3023-C2874846AE99}"/>
              </a:ext>
            </a:extLst>
          </p:cNvPr>
          <p:cNvSpPr txBox="1"/>
          <p:nvPr/>
        </p:nvSpPr>
        <p:spPr>
          <a:xfrm>
            <a:off x="1093363" y="5878252"/>
            <a:ext cx="9727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003F8F"/>
                </a:solidFill>
                <a:latin typeface="Microsoft YaHei"/>
              </a:rPr>
              <a:t>技术组合逻辑：传统</a:t>
            </a:r>
            <a:r>
              <a:rPr lang="en-US" altLang="zh-CN" sz="1800" b="1" dirty="0">
                <a:solidFill>
                  <a:srgbClr val="003F8F"/>
                </a:solidFill>
                <a:latin typeface="Microsoft YaHei"/>
              </a:rPr>
              <a:t>NLP</a:t>
            </a:r>
            <a:r>
              <a:rPr lang="zh-CN" altLang="en-US" sz="1800" b="1" dirty="0">
                <a:solidFill>
                  <a:srgbClr val="003F8F"/>
                </a:solidFill>
                <a:latin typeface="Microsoft YaHei"/>
              </a:rPr>
              <a:t>负责稳定底座，大模型负责开放理解，工程规则负责可信约束。</a:t>
            </a:r>
          </a:p>
        </p:txBody>
      </p:sp>
    </p:spTree>
    <p:extLst>
      <p:ext uri="{BB962C8B-B14F-4D97-AF65-F5344CB8AC3E}">
        <p14:creationId xmlns:p14="http://schemas.microsoft.com/office/powerpoint/2010/main" val="688527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2287B-9205-3186-7E6E-7FDFCBACF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064FF0C-1E76-1DE8-0958-7C1CE3820CC7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BC2EACC1-87A7-03A1-40A7-D0E650953971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848B5054-2B5C-A9B1-D565-62B297D75015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38530333-CD5A-CB4E-247F-263F9BF184C3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DB94A5-D92C-616D-DD80-51652DF14A83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系统总体架构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408BC4-4A95-C49A-CBDB-4BCC89C26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05" y="859536"/>
            <a:ext cx="10130149" cy="5036974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B3894BF2-7F14-9AFE-B47F-385EF4EC6E33}"/>
              </a:ext>
            </a:extLst>
          </p:cNvPr>
          <p:cNvGrpSpPr/>
          <p:nvPr/>
        </p:nvGrpSpPr>
        <p:grpSpPr>
          <a:xfrm>
            <a:off x="1159099" y="5896510"/>
            <a:ext cx="2975019" cy="766294"/>
            <a:chOff x="1159099" y="5896510"/>
            <a:chExt cx="2975019" cy="766294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27711E9-9DC0-A63E-3214-3946A6F948CD}"/>
                </a:ext>
              </a:extLst>
            </p:cNvPr>
            <p:cNvSpPr/>
            <p:nvPr/>
          </p:nvSpPr>
          <p:spPr>
            <a:xfrm>
              <a:off x="1371600" y="6083254"/>
              <a:ext cx="2762518" cy="57955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全流程日志记录，结果可追溯</a:t>
              </a:r>
            </a:p>
          </p:txBody>
        </p:sp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D7E58781-49F0-9E94-42BE-1875A4ED1B6E}"/>
                </a:ext>
              </a:extLst>
            </p:cNvPr>
            <p:cNvSpPr/>
            <p:nvPr/>
          </p:nvSpPr>
          <p:spPr>
            <a:xfrm>
              <a:off x="1159099" y="5896510"/>
              <a:ext cx="1178417" cy="330425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1001">
              <a:schemeClr val="dk2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可追溯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26B3385-12AB-95FB-51B1-B88FF54344BE}"/>
              </a:ext>
            </a:extLst>
          </p:cNvPr>
          <p:cNvGrpSpPr/>
          <p:nvPr/>
        </p:nvGrpSpPr>
        <p:grpSpPr>
          <a:xfrm>
            <a:off x="4531218" y="5843788"/>
            <a:ext cx="2975019" cy="766294"/>
            <a:chOff x="1159099" y="5896510"/>
            <a:chExt cx="2975019" cy="766294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BB0F464-782E-AF0F-0B56-725BCF07F365}"/>
                </a:ext>
              </a:extLst>
            </p:cNvPr>
            <p:cNvSpPr/>
            <p:nvPr/>
          </p:nvSpPr>
          <p:spPr>
            <a:xfrm>
              <a:off x="1371600" y="6083254"/>
              <a:ext cx="2762518" cy="57955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关键结果可复核，过程可验证</a:t>
              </a:r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975762E8-90F2-5888-6F92-2E0433444712}"/>
                </a:ext>
              </a:extLst>
            </p:cNvPr>
            <p:cNvSpPr/>
            <p:nvPr/>
          </p:nvSpPr>
          <p:spPr>
            <a:xfrm>
              <a:off x="1159099" y="5896510"/>
              <a:ext cx="1178417" cy="330425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1001">
              <a:schemeClr val="dk2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可验证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68712F8-AE8D-B2B3-694F-3D88B82D16A7}"/>
              </a:ext>
            </a:extLst>
          </p:cNvPr>
          <p:cNvGrpSpPr/>
          <p:nvPr/>
        </p:nvGrpSpPr>
        <p:grpSpPr>
          <a:xfrm>
            <a:off x="8089009" y="5843788"/>
            <a:ext cx="2975019" cy="766294"/>
            <a:chOff x="1159099" y="5896510"/>
            <a:chExt cx="2975019" cy="766294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66156FAA-BF18-DE4C-E7CE-B585BD321A87}"/>
                </a:ext>
              </a:extLst>
            </p:cNvPr>
            <p:cNvSpPr/>
            <p:nvPr/>
          </p:nvSpPr>
          <p:spPr>
            <a:xfrm>
              <a:off x="1371600" y="6083254"/>
              <a:ext cx="2762518" cy="57955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1001">
              <a:schemeClr val="l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按需降级执行，保障系统稳健性</a:t>
              </a:r>
            </a:p>
          </p:txBody>
        </p:sp>
        <p:sp>
          <p:nvSpPr>
            <p:cNvPr id="21" name="平行四边形 20">
              <a:extLst>
                <a:ext uri="{FF2B5EF4-FFF2-40B4-BE49-F238E27FC236}">
                  <a16:creationId xmlns:a16="http://schemas.microsoft.com/office/drawing/2014/main" id="{D07DE9BF-EA63-6357-B05B-20632EAB76FE}"/>
                </a:ext>
              </a:extLst>
            </p:cNvPr>
            <p:cNvSpPr/>
            <p:nvPr/>
          </p:nvSpPr>
          <p:spPr>
            <a:xfrm>
              <a:off x="1159099" y="5896510"/>
              <a:ext cx="1178417" cy="330425"/>
            </a:xfrm>
            <a:prstGeom prst="parallelogram">
              <a:avLst/>
            </a:prstGeom>
          </p:spPr>
          <p:style>
            <a:lnRef idx="1">
              <a:schemeClr val="accent1"/>
            </a:lnRef>
            <a:fillRef idx="1001">
              <a:schemeClr val="dk2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可降级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9255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D756-DEDC-D2E2-B429-FDBB575BE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A985AE3-EA66-9351-9E1A-EE8F83656F61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4A48EAC6-1210-23C2-C39D-E9FC010EC007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9160B885-A4CC-1E8D-2CB0-C840295A8BA7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19C3251A-5115-197D-99FE-090F9001F493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54D9F0-1E68-A836-4129-4F820AD7FD25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技术选型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9AFCC8-0C3C-A2A6-3859-950CF37A5E69}"/>
              </a:ext>
            </a:extLst>
          </p:cNvPr>
          <p:cNvSpPr txBox="1"/>
          <p:nvPr/>
        </p:nvSpPr>
        <p:spPr>
          <a:xfrm>
            <a:off x="356797" y="1032819"/>
            <a:ext cx="109910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在满足功能需求的前提下，优先选择</a:t>
            </a:r>
            <a:r>
              <a:rPr lang="zh-CN" altLang="en-US" sz="16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轻量、可复现、可降级</a:t>
            </a:r>
            <a:r>
              <a:rPr lang="zh-CN" altLang="en-US" sz="1600" dirty="0"/>
              <a:t>的技术方案，降低部署与维护成本，提高系统可用性与稳定性。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3A66A78-225B-438F-E170-B52FE263D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43" y="1371373"/>
            <a:ext cx="11970913" cy="424112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284D665-213F-14A8-8ACB-96EE4CD46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2" y="5636564"/>
            <a:ext cx="12096696" cy="97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4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8882B-7ACF-A70A-30B1-32539BBCA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06BE13B-53AD-9A1D-C78A-C50EDE05D36B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C12377D3-9B45-F0BD-3FA3-0B305DCDF2E1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73ACDAC6-026A-D239-12C0-87858897FFBC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4C82043F-2505-EC43-8CAD-74BB5617D0E8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E1171E-DE9D-730C-BCC4-E6630FD5645B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核心数据结构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F9C2DF-3B23-B85C-2B3B-E63A66240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8322"/>
            <a:ext cx="12192000" cy="400908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FA26A1E-0F3F-40E0-CF5F-E6D5640A789C}"/>
              </a:ext>
            </a:extLst>
          </p:cNvPr>
          <p:cNvSpPr txBox="1"/>
          <p:nvPr/>
        </p:nvSpPr>
        <p:spPr>
          <a:xfrm>
            <a:off x="356797" y="1032819"/>
            <a:ext cx="109910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系统采用统一的数据模型组织与流转信息，确保</a:t>
            </a:r>
            <a:r>
              <a:rPr lang="zh-CN" altLang="en-US" sz="16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不同抽取方法输出格式一致</a:t>
            </a:r>
            <a:r>
              <a:rPr lang="zh-CN" altLang="en-US" sz="1600" dirty="0"/>
              <a:t>，便于对比评测与复现。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EE5ABAA-B223-FBC8-5C11-F5B27F4C47FC}"/>
              </a:ext>
            </a:extLst>
          </p:cNvPr>
          <p:cNvSpPr/>
          <p:nvPr/>
        </p:nvSpPr>
        <p:spPr>
          <a:xfrm>
            <a:off x="695459" y="5607403"/>
            <a:ext cx="10863330" cy="1070293"/>
          </a:xfrm>
          <a:prstGeom prst="round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DD9989-C9E7-6B72-823F-9E6EA8C2FEFE}"/>
              </a:ext>
            </a:extLst>
          </p:cNvPr>
          <p:cNvSpPr txBox="1"/>
          <p:nvPr/>
        </p:nvSpPr>
        <p:spPr>
          <a:xfrm>
            <a:off x="2991119" y="5607403"/>
            <a:ext cx="7901188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Paper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作为原始文献实体，保存检索阶段的基础信息。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StructuredRecord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承载精读后的结构化知识，支持多维度分析与可视化。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统一数据结构：无论规则方法或大模型方法，输出字段与格式保持一致。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5FD99AC-9393-016E-3B74-DA5921975B1A}"/>
              </a:ext>
            </a:extLst>
          </p:cNvPr>
          <p:cNvSpPr/>
          <p:nvPr/>
        </p:nvSpPr>
        <p:spPr>
          <a:xfrm>
            <a:off x="1117244" y="5965182"/>
            <a:ext cx="1178416" cy="360609"/>
          </a:xfrm>
          <a:prstGeom prst="roundRect">
            <a:avLst/>
          </a:prstGeom>
        </p:spPr>
        <p:style>
          <a:lnRef idx="1">
            <a:schemeClr val="accent1"/>
          </a:lnRef>
          <a:fillRef idx="1001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说明</a:t>
            </a:r>
          </a:p>
        </p:txBody>
      </p:sp>
    </p:spTree>
    <p:extLst>
      <p:ext uri="{BB962C8B-B14F-4D97-AF65-F5344CB8AC3E}">
        <p14:creationId xmlns:p14="http://schemas.microsoft.com/office/powerpoint/2010/main" val="3294451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FE875-3CAE-5911-2C8B-6650BE0F3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EB893BE9-BD01-CEE5-C8E9-6944F0C7F168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2D42A9BE-0C6E-2E33-2F6B-F762A6FC6272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0A920FB6-C1EC-84ED-6813-BF25FC057064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22DFACAE-2C4A-2016-91DE-2DA09A487C6D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C4DC5A-4D64-EA8C-7B80-4B6AAC27BAEB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1 - 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查询翻译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309894-EFB5-D34D-B031-8539463F2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3" y="1023823"/>
            <a:ext cx="12114727" cy="544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21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198F3-5371-49FB-6F69-78374BFF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0F1108A-812D-024E-3B8A-67865C619BA6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60EA7282-9F47-65C0-299F-5F2C2C444F44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98BDD00E-48A8-8CB0-72B3-658516C5F639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E2A58DC9-5018-B182-EE07-A42E73A37E28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111721-A30D-BD5F-7133-BE81775830EA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2 - 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检索与相关性重排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738133B-27D7-DA69-70C6-6F95964F239B}"/>
              </a:ext>
            </a:extLst>
          </p:cNvPr>
          <p:cNvGrpSpPr/>
          <p:nvPr/>
        </p:nvGrpSpPr>
        <p:grpSpPr>
          <a:xfrm>
            <a:off x="8485096" y="1150838"/>
            <a:ext cx="3634333" cy="1145902"/>
            <a:chOff x="6530522" y="1037771"/>
            <a:chExt cx="4762500" cy="1209731"/>
          </a:xfrm>
        </p:grpSpPr>
        <p:pic>
          <p:nvPicPr>
            <p:cNvPr id="4" name="图片 3" descr="image.png">
              <a:extLst>
                <a:ext uri="{FF2B5EF4-FFF2-40B4-BE49-F238E27FC236}">
                  <a16:creationId xmlns:a16="http://schemas.microsoft.com/office/drawing/2014/main" id="{B4BB2B4F-344E-2367-9F35-115C11A47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0522" y="1037771"/>
              <a:ext cx="4762500" cy="1209731"/>
            </a:xfrm>
            <a:prstGeom prst="rect">
              <a:avLst/>
            </a:prstGeom>
          </p:spPr>
        </p:pic>
        <p:pic>
          <p:nvPicPr>
            <p:cNvPr id="24" name="图片 23" descr="image.png">
              <a:extLst>
                <a:ext uri="{FF2B5EF4-FFF2-40B4-BE49-F238E27FC236}">
                  <a16:creationId xmlns:a16="http://schemas.microsoft.com/office/drawing/2014/main" id="{E8F5E375-031F-1E92-5492-75A446CF8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9908" y="1189094"/>
              <a:ext cx="238125" cy="238125"/>
            </a:xfrm>
            <a:prstGeom prst="rect">
              <a:avLst/>
            </a:prstGeom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6919809-BA53-D30B-3165-899B2F364428}"/>
                </a:ext>
              </a:extLst>
            </p:cNvPr>
            <p:cNvSpPr txBox="1"/>
            <p:nvPr/>
          </p:nvSpPr>
          <p:spPr>
            <a:xfrm>
              <a:off x="7053943" y="1123490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b="1" dirty="0">
                  <a:solidFill>
                    <a:srgbClr val="1E293B"/>
                  </a:solidFill>
                  <a:latin typeface="Poppins" panose="00000500000000000000" pitchFamily="2" charset="0"/>
                </a:rPr>
                <a:t>多源检索与去重</a:t>
              </a:r>
              <a:endParaRPr lang="zh-CN" altLang="zh-CN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D62D3FA-614D-A7C9-1B38-B105670253D2}"/>
                </a:ext>
              </a:extLst>
            </p:cNvPr>
            <p:cNvSpPr txBox="1"/>
            <p:nvPr/>
          </p:nvSpPr>
          <p:spPr>
            <a:xfrm>
              <a:off x="6709908" y="1578727"/>
              <a:ext cx="44159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400" b="0" i="0" dirty="0">
                  <a:solidFill>
                    <a:srgbClr val="475569"/>
                  </a:solidFill>
                  <a:effectLst/>
                  <a:latin typeface="Lato" panose="020F0502020204030203" pitchFamily="34" charset="0"/>
                </a:rPr>
                <a:t>并发检索 </a:t>
              </a:r>
              <a:r>
                <a:rPr lang="zh-CN" altLang="zh-CN" sz="1400" b="1" i="0" dirty="0">
                  <a:solidFill>
                    <a:srgbClr val="0056B3"/>
                  </a:solidFill>
                  <a:effectLst/>
                  <a:latin typeface="Lato" panose="020F0502020204030203" pitchFamily="34" charset="0"/>
                </a:rPr>
                <a:t>arXiv</a:t>
              </a:r>
              <a:r>
                <a:rPr lang="zh-CN" altLang="en-US" sz="1400" dirty="0">
                  <a:solidFill>
                    <a:srgbClr val="475569"/>
                  </a:solidFill>
                  <a:latin typeface="Lato" panose="020F0502020204030203" pitchFamily="34" charset="0"/>
                </a:rPr>
                <a:t>、</a:t>
              </a:r>
              <a:r>
                <a:rPr lang="zh-CN" altLang="zh-CN" sz="1400" b="1" i="0" dirty="0">
                  <a:solidFill>
                    <a:srgbClr val="0056B3"/>
                  </a:solidFill>
                  <a:effectLst/>
                  <a:latin typeface="Lato" panose="020F0502020204030203" pitchFamily="34" charset="0"/>
                </a:rPr>
                <a:t>Semantic Scholar</a:t>
              </a:r>
              <a:r>
                <a:rPr lang="zh-CN" altLang="zh-CN" sz="1400" b="0" i="0" dirty="0">
                  <a:solidFill>
                    <a:srgbClr val="475569"/>
                  </a:solidFill>
                  <a:effectLst/>
                  <a:latin typeface="Lato" panose="020F0502020204030203" pitchFamily="34" charset="0"/>
                </a:rPr>
                <a:t>，执行跨源哈希去重，确保数据源的全面性与唯一性。</a:t>
              </a:r>
              <a:endParaRPr lang="zh-CN" altLang="en-US" sz="1400" dirty="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B388B0E-7F65-3263-7690-7863F23F09B9}"/>
              </a:ext>
            </a:extLst>
          </p:cNvPr>
          <p:cNvGrpSpPr/>
          <p:nvPr/>
        </p:nvGrpSpPr>
        <p:grpSpPr>
          <a:xfrm>
            <a:off x="8474273" y="3856516"/>
            <a:ext cx="3633905" cy="1021832"/>
            <a:chOff x="6704693" y="2399902"/>
            <a:chExt cx="4849358" cy="1209731"/>
          </a:xfrm>
        </p:grpSpPr>
        <p:pic>
          <p:nvPicPr>
            <p:cNvPr id="17" name="图片 16" descr="image.png">
              <a:extLst>
                <a:ext uri="{FF2B5EF4-FFF2-40B4-BE49-F238E27FC236}">
                  <a16:creationId xmlns:a16="http://schemas.microsoft.com/office/drawing/2014/main" id="{C86FFEA9-3ED9-7404-FC34-F9C5BB818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04693" y="2399902"/>
              <a:ext cx="4762500" cy="1209731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D968446-2F0B-26EC-DF22-AE5411CE1F47}"/>
                </a:ext>
              </a:extLst>
            </p:cNvPr>
            <p:cNvSpPr txBox="1"/>
            <p:nvPr/>
          </p:nvSpPr>
          <p:spPr>
            <a:xfrm>
              <a:off x="7206341" y="2417699"/>
              <a:ext cx="3265803" cy="4467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b="1" dirty="0"/>
                <a:t>IDF 相关性重排逻辑</a:t>
              </a:r>
              <a:endParaRPr lang="zh-CN" altLang="zh-CN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1847A10-BCCD-E6F7-C741-331D6E458D7A}"/>
                </a:ext>
              </a:extLst>
            </p:cNvPr>
            <p:cNvSpPr txBox="1"/>
            <p:nvPr/>
          </p:nvSpPr>
          <p:spPr>
            <a:xfrm>
              <a:off x="7138080" y="2799639"/>
              <a:ext cx="4415971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400" dirty="0"/>
                <a:t>针对搜索词应用 </a:t>
              </a:r>
              <a:r>
                <a:rPr lang="zh-CN" altLang="zh-CN" sz="1400" b="1" dirty="0"/>
                <a:t>IDF 权重算法</a:t>
              </a:r>
              <a:r>
                <a:rPr lang="zh-CN" altLang="zh-CN" sz="1400" dirty="0"/>
                <a:t>： </a:t>
              </a:r>
              <a:br>
                <a:rPr lang="zh-CN" altLang="zh-CN" sz="1400" dirty="0"/>
              </a:br>
              <a:r>
                <a:rPr lang="zh-CN" altLang="zh-CN" sz="1400" dirty="0"/>
                <a:t>• 通用词降权 / 特异词升权 </a:t>
              </a:r>
              <a:br>
                <a:rPr lang="zh-CN" altLang="zh-CN" sz="1400" dirty="0"/>
              </a:br>
              <a:r>
                <a:rPr lang="zh-CN" altLang="zh-CN" sz="1400" dirty="0"/>
                <a:t>• </a:t>
              </a:r>
              <a:r>
                <a:rPr lang="zh-CN" altLang="zh-CN" sz="1400" b="1" dirty="0"/>
                <a:t>标题命中：</a:t>
              </a:r>
              <a:r>
                <a:rPr lang="zh-CN" altLang="zh-CN" sz="1400" dirty="0"/>
                <a:t> 权重系数 × 2.0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A697D53-E033-6962-A451-0A00C7A28131}"/>
              </a:ext>
            </a:extLst>
          </p:cNvPr>
          <p:cNvGrpSpPr/>
          <p:nvPr/>
        </p:nvGrpSpPr>
        <p:grpSpPr>
          <a:xfrm>
            <a:off x="8485096" y="2481481"/>
            <a:ext cx="3634333" cy="1145902"/>
            <a:chOff x="6530522" y="3762033"/>
            <a:chExt cx="4762500" cy="1209731"/>
          </a:xfrm>
        </p:grpSpPr>
        <p:pic>
          <p:nvPicPr>
            <p:cNvPr id="18" name="图片 17" descr="image.png">
              <a:extLst>
                <a:ext uri="{FF2B5EF4-FFF2-40B4-BE49-F238E27FC236}">
                  <a16:creationId xmlns:a16="http://schemas.microsoft.com/office/drawing/2014/main" id="{DBB38E4E-6C06-6371-C28E-A150FE052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0522" y="3762033"/>
              <a:ext cx="4762500" cy="1209731"/>
            </a:xfrm>
            <a:prstGeom prst="rect">
              <a:avLst/>
            </a:prstGeom>
          </p:spPr>
        </p:pic>
        <p:pic>
          <p:nvPicPr>
            <p:cNvPr id="33" name="图片 32" descr="image.png">
              <a:extLst>
                <a:ext uri="{FF2B5EF4-FFF2-40B4-BE49-F238E27FC236}">
                  <a16:creationId xmlns:a16="http://schemas.microsoft.com/office/drawing/2014/main" id="{5E2A39BE-9668-258D-D61D-931D7692D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9908" y="3919540"/>
              <a:ext cx="238125" cy="238125"/>
            </a:xfrm>
            <a:prstGeom prst="rect">
              <a:avLst/>
            </a:prstGeom>
          </p:spPr>
        </p:pic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B2EB578-DEA0-C694-F4CF-09085CDC256B}"/>
                </a:ext>
              </a:extLst>
            </p:cNvPr>
            <p:cNvSpPr txBox="1"/>
            <p:nvPr/>
          </p:nvSpPr>
          <p:spPr>
            <a:xfrm>
              <a:off x="7206343" y="3881195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b="1" dirty="0">
                  <a:solidFill>
                    <a:srgbClr val="1E293B"/>
                  </a:solidFill>
                  <a:latin typeface="Poppins" panose="00000500000000000000" pitchFamily="2" charset="0"/>
                </a:rPr>
                <a:t>动态阈值剔除</a:t>
              </a:r>
              <a:endParaRPr lang="zh-CN" altLang="zh-CN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7B8B89E-0326-E62F-D99D-3A7D0D36AEDB}"/>
                </a:ext>
              </a:extLst>
            </p:cNvPr>
            <p:cNvSpPr txBox="1"/>
            <p:nvPr/>
          </p:nvSpPr>
          <p:spPr>
            <a:xfrm>
              <a:off x="6862308" y="4336432"/>
              <a:ext cx="4415971" cy="6194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400" dirty="0">
                  <a:solidFill>
                    <a:srgbClr val="475569"/>
                  </a:solidFill>
                  <a:latin typeface="Lato" panose="020F0502020204030203" pitchFamily="34" charset="0"/>
                </a:rPr>
                <a:t>计算语义相似度余弦值，实时剔除相关性得</a:t>
              </a:r>
              <a:r>
                <a:rPr lang="zh-CN" altLang="en-US" sz="1400" dirty="0">
                  <a:solidFill>
                    <a:srgbClr val="475569"/>
                  </a:solidFill>
                  <a:latin typeface="Lato" panose="020F0502020204030203" pitchFamily="34" charset="0"/>
                </a:rPr>
                <a:t>分较低</a:t>
              </a:r>
              <a:r>
                <a:rPr lang="zh-CN" altLang="zh-CN" sz="1400" dirty="0">
                  <a:solidFill>
                    <a:srgbClr val="475569"/>
                  </a:solidFill>
                  <a:latin typeface="Lato" panose="020F0502020204030203" pitchFamily="34" charset="0"/>
                </a:rPr>
                <a:t>的离题论文，提升后续处理精度。</a:t>
              </a:r>
              <a:endParaRPr lang="zh-CN" altLang="zh-CN" sz="1400" dirty="0"/>
            </a:p>
          </p:txBody>
        </p:sp>
      </p:grpSp>
      <p:pic>
        <p:nvPicPr>
          <p:cNvPr id="43" name="图片 42">
            <a:extLst>
              <a:ext uri="{FF2B5EF4-FFF2-40B4-BE49-F238E27FC236}">
                <a16:creationId xmlns:a16="http://schemas.microsoft.com/office/drawing/2014/main" id="{E70B3C33-5268-9F54-874D-CBC048E4E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273" y="1635099"/>
            <a:ext cx="8259359" cy="4132530"/>
          </a:xfrm>
          <a:prstGeom prst="rect">
            <a:avLst/>
          </a:prstGeom>
        </p:spPr>
      </p:pic>
      <p:grpSp>
        <p:nvGrpSpPr>
          <p:cNvPr id="47" name="组合 46">
            <a:extLst>
              <a:ext uri="{FF2B5EF4-FFF2-40B4-BE49-F238E27FC236}">
                <a16:creationId xmlns:a16="http://schemas.microsoft.com/office/drawing/2014/main" id="{621B8479-2ACC-D498-2A01-8FCBCE4ACA0F}"/>
              </a:ext>
            </a:extLst>
          </p:cNvPr>
          <p:cNvGrpSpPr/>
          <p:nvPr/>
        </p:nvGrpSpPr>
        <p:grpSpPr>
          <a:xfrm>
            <a:off x="8473845" y="5163161"/>
            <a:ext cx="3634333" cy="1145902"/>
            <a:chOff x="6530522" y="1037771"/>
            <a:chExt cx="4762500" cy="1209731"/>
          </a:xfrm>
        </p:grpSpPr>
        <p:pic>
          <p:nvPicPr>
            <p:cNvPr id="48" name="图片 47" descr="image.png">
              <a:extLst>
                <a:ext uri="{FF2B5EF4-FFF2-40B4-BE49-F238E27FC236}">
                  <a16:creationId xmlns:a16="http://schemas.microsoft.com/office/drawing/2014/main" id="{EE8F6660-2714-82B9-84AF-3CABD5F85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0522" y="1037771"/>
              <a:ext cx="4762500" cy="1209731"/>
            </a:xfrm>
            <a:prstGeom prst="rect">
              <a:avLst/>
            </a:prstGeom>
          </p:spPr>
        </p:pic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75C10C3-0FEB-8EDF-7FF2-C6FC6225665D}"/>
                </a:ext>
              </a:extLst>
            </p:cNvPr>
            <p:cNvSpPr txBox="1"/>
            <p:nvPr/>
          </p:nvSpPr>
          <p:spPr>
            <a:xfrm>
              <a:off x="7053943" y="1123490"/>
              <a:ext cx="2743200" cy="389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b="1" dirty="0"/>
                <a:t>代码影响力映射</a:t>
              </a:r>
              <a:endParaRPr lang="zh-CN" altLang="zh-CN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417113C-BD0A-44BF-E624-972D280F533A}"/>
                </a:ext>
              </a:extLst>
            </p:cNvPr>
            <p:cNvSpPr txBox="1"/>
            <p:nvPr/>
          </p:nvSpPr>
          <p:spPr>
            <a:xfrm>
              <a:off x="6709908" y="1578727"/>
              <a:ext cx="44159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zh-CN" sz="1400" b="0" i="0" dirty="0">
                  <a:solidFill>
                    <a:srgbClr val="475569"/>
                  </a:solidFill>
                  <a:effectLst/>
                  <a:latin typeface="Lato" panose="020F0502020204030203" pitchFamily="34" charset="0"/>
                </a:rPr>
                <a:t>并发检索 </a:t>
              </a:r>
              <a:r>
                <a:rPr lang="zh-CN" altLang="zh-CN" sz="1400" b="1" i="0" dirty="0">
                  <a:solidFill>
                    <a:srgbClr val="0056B3"/>
                  </a:solidFill>
                  <a:effectLst/>
                  <a:latin typeface="Lato" panose="020F0502020204030203" pitchFamily="34" charset="0"/>
                </a:rPr>
                <a:t>arXiv</a:t>
              </a:r>
              <a:r>
                <a:rPr lang="zh-CN" altLang="en-US" sz="1400" dirty="0">
                  <a:solidFill>
                    <a:srgbClr val="475569"/>
                  </a:solidFill>
                  <a:latin typeface="Lato" panose="020F0502020204030203" pitchFamily="34" charset="0"/>
                </a:rPr>
                <a:t>、</a:t>
              </a:r>
              <a:r>
                <a:rPr lang="zh-CN" altLang="zh-CN" sz="1400" b="1" i="0" dirty="0">
                  <a:solidFill>
                    <a:srgbClr val="0056B3"/>
                  </a:solidFill>
                  <a:effectLst/>
                  <a:latin typeface="Lato" panose="020F0502020204030203" pitchFamily="34" charset="0"/>
                </a:rPr>
                <a:t>Semantic Scholar</a:t>
              </a:r>
              <a:r>
                <a:rPr lang="zh-CN" altLang="zh-CN" sz="1400" b="0" i="0" dirty="0">
                  <a:solidFill>
                    <a:srgbClr val="475569"/>
                  </a:solidFill>
                  <a:effectLst/>
                  <a:latin typeface="Lato" panose="020F0502020204030203" pitchFamily="34" charset="0"/>
                </a:rPr>
                <a:t>，执行跨源哈希去重，确保数据源的全面性与唯一性。</a:t>
              </a:r>
              <a:endParaRPr lang="zh-CN" altLang="en-US" sz="1400" dirty="0"/>
            </a:p>
          </p:txBody>
        </p:sp>
      </p:grpSp>
      <p:pic>
        <p:nvPicPr>
          <p:cNvPr id="52" name="图片 51" descr="image.png">
            <a:extLst>
              <a:ext uri="{FF2B5EF4-FFF2-40B4-BE49-F238E27FC236}">
                <a16:creationId xmlns:a16="http://schemas.microsoft.com/office/drawing/2014/main" id="{EE447A00-4844-46D8-F5A7-0A7A699291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5926" y="5293720"/>
            <a:ext cx="228600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285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A9213-CFC6-E4B1-4AC8-00D8895E2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9B9B13E-F902-095D-87AD-28379DB54943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1C197E03-F0B1-714B-15C6-29DC8DCF3235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C0B7A4DD-20C3-5B25-3E6C-79B83914550F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8F318493-6A5F-750E-A512-D335BE6BCCF6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64F496-3C87-D0F3-6C3E-6759367D87D2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3 - 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中文信息抽取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00FD05-314D-C570-4310-ECD44557D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17297"/>
            <a:ext cx="11887200" cy="508703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2EC5CF4-536F-8F2A-D3E5-CD24539DBE93}"/>
              </a:ext>
            </a:extLst>
          </p:cNvPr>
          <p:cNvSpPr txBox="1"/>
          <p:nvPr/>
        </p:nvSpPr>
        <p:spPr>
          <a:xfrm>
            <a:off x="356797" y="1032819"/>
            <a:ext cx="109910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本系统实现了两条技术路线（</a:t>
            </a:r>
            <a:r>
              <a:rPr lang="zh-CN" altLang="en-US" sz="16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规则法</a:t>
            </a:r>
            <a:r>
              <a:rPr lang="zh-CN" altLang="en-US" sz="1600" dirty="0"/>
              <a:t>vs.</a:t>
            </a:r>
            <a:r>
              <a:rPr lang="zh-CN" altLang="en-US" sz="16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大模型法</a:t>
            </a:r>
            <a:r>
              <a:rPr lang="zh-CN" altLang="en-US" sz="1600" dirty="0"/>
              <a:t>），从而可以直接进行对比分析。</a:t>
            </a:r>
          </a:p>
        </p:txBody>
      </p:sp>
    </p:spTree>
    <p:extLst>
      <p:ext uri="{BB962C8B-B14F-4D97-AF65-F5344CB8AC3E}">
        <p14:creationId xmlns:p14="http://schemas.microsoft.com/office/powerpoint/2010/main" val="2716929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62B11-88C2-BABD-EBDD-B501F5696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078D06AD-5BA3-47C6-53DD-FB96DDBA20E1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36465749-9B01-7A3E-CDF8-0C87CA71E45F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86A8B451-3C29-EA2B-5792-CA2912786916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F14228F0-5471-6855-F52D-D0694C906DF7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019105-4FD6-531E-71A5-F7A937ABDB78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4 - 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主题聚类与趋势统计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4D3065-7670-AD7C-D450-48F1F5341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143" y="1422898"/>
            <a:ext cx="8096325" cy="4325933"/>
          </a:xfrm>
          <a:prstGeom prst="rect">
            <a:avLst/>
          </a:prstGeom>
        </p:spPr>
      </p:pic>
      <p:grpSp>
        <p:nvGrpSpPr>
          <p:cNvPr id="34" name="组合 33">
            <a:extLst>
              <a:ext uri="{FF2B5EF4-FFF2-40B4-BE49-F238E27FC236}">
                <a16:creationId xmlns:a16="http://schemas.microsoft.com/office/drawing/2014/main" id="{9203A69D-2A66-8BC4-A22A-909B787A0AEC}"/>
              </a:ext>
            </a:extLst>
          </p:cNvPr>
          <p:cNvGrpSpPr/>
          <p:nvPr/>
        </p:nvGrpSpPr>
        <p:grpSpPr>
          <a:xfrm>
            <a:off x="246403" y="1359683"/>
            <a:ext cx="3431433" cy="1167573"/>
            <a:chOff x="168110" y="1094751"/>
            <a:chExt cx="3431433" cy="1167573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A4832BD-1636-7500-72E1-3ED7740EF9AF}"/>
                </a:ext>
              </a:extLst>
            </p:cNvPr>
            <p:cNvSpPr/>
            <p:nvPr/>
          </p:nvSpPr>
          <p:spPr>
            <a:xfrm>
              <a:off x="168110" y="1094751"/>
              <a:ext cx="3431433" cy="1167573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1001">
              <a:schemeClr val="l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50C7CB8-D951-6E5A-824F-F87BD3CECBE1}"/>
                </a:ext>
              </a:extLst>
            </p:cNvPr>
            <p:cNvSpPr txBox="1"/>
            <p:nvPr/>
          </p:nvSpPr>
          <p:spPr>
            <a:xfrm>
              <a:off x="361204" y="1220754"/>
              <a:ext cx="23709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0042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算法流水线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5A45D2B-2802-B3F4-0B96-60D53AAE4CA2}"/>
                </a:ext>
              </a:extLst>
            </p:cNvPr>
            <p:cNvSpPr/>
            <p:nvPr/>
          </p:nvSpPr>
          <p:spPr>
            <a:xfrm>
              <a:off x="385335" y="1667109"/>
              <a:ext cx="730962" cy="338554"/>
            </a:xfrm>
            <a:prstGeom prst="roundRect">
              <a:avLst/>
            </a:pr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2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/>
                <a:t>多语言分词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5527D6CE-8BEB-BD19-30BB-5F05A7C9B17E}"/>
                </a:ext>
              </a:extLst>
            </p:cNvPr>
            <p:cNvSpPr/>
            <p:nvPr/>
          </p:nvSpPr>
          <p:spPr>
            <a:xfrm>
              <a:off x="1419968" y="1660181"/>
              <a:ext cx="730962" cy="338554"/>
            </a:xfrm>
            <a:prstGeom prst="roundRect">
              <a:avLst/>
            </a:pr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2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TF-IDF </a:t>
              </a:r>
              <a:r>
                <a:rPr lang="zh-CN" altLang="en-US" sz="1200" dirty="0"/>
                <a:t>向量化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0B61D25E-BFA8-D3EE-8EB2-4228ED7CEB8D}"/>
                </a:ext>
              </a:extLst>
            </p:cNvPr>
            <p:cNvSpPr/>
            <p:nvPr/>
          </p:nvSpPr>
          <p:spPr>
            <a:xfrm>
              <a:off x="2461859" y="1658125"/>
              <a:ext cx="730962" cy="338554"/>
            </a:xfrm>
            <a:prstGeom prst="roundRect">
              <a:avLst/>
            </a:pr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2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/>
                <a:t>Kmeans</a:t>
              </a:r>
              <a:r>
                <a:rPr lang="en-US" altLang="zh-CN" sz="1200" dirty="0"/>
                <a:t> </a:t>
              </a:r>
              <a:r>
                <a:rPr lang="zh-CN" altLang="en-US" sz="1200" dirty="0"/>
                <a:t>聚类</a:t>
              </a: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619BC124-B77F-D57B-355F-AE57227DD5FE}"/>
                </a:ext>
              </a:extLst>
            </p:cNvPr>
            <p:cNvCxnSpPr>
              <a:stCxn id="12" idx="3"/>
              <a:endCxn id="15" idx="1"/>
            </p:cNvCxnSpPr>
            <p:nvPr/>
          </p:nvCxnSpPr>
          <p:spPr>
            <a:xfrm flipV="1">
              <a:off x="1116297" y="1829458"/>
              <a:ext cx="303671" cy="69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7CA2CEC4-AD31-DAC7-AC96-7BC36CEA4DBF}"/>
                </a:ext>
              </a:extLst>
            </p:cNvPr>
            <p:cNvCxnSpPr>
              <a:cxnSpLocks/>
              <a:stCxn id="15" idx="3"/>
              <a:endCxn id="16" idx="1"/>
            </p:cNvCxnSpPr>
            <p:nvPr/>
          </p:nvCxnSpPr>
          <p:spPr>
            <a:xfrm flipV="1">
              <a:off x="2150930" y="1827402"/>
              <a:ext cx="310929" cy="20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0F68747-657C-D57F-0323-1ADB85DF72EB}"/>
              </a:ext>
            </a:extLst>
          </p:cNvPr>
          <p:cNvSpPr txBox="1"/>
          <p:nvPr/>
        </p:nvSpPr>
        <p:spPr>
          <a:xfrm>
            <a:off x="160408" y="2867688"/>
            <a:ext cx="35487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支持jieba中文分词与英文按空格切分，特征空间限制在2000个高权特征词。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2F4BD8B-99F8-19AB-8961-7F724E083F66}"/>
              </a:ext>
            </a:extLst>
          </p:cNvPr>
          <p:cNvGrpSpPr/>
          <p:nvPr/>
        </p:nvGrpSpPr>
        <p:grpSpPr>
          <a:xfrm>
            <a:off x="0" y="3841701"/>
            <a:ext cx="4027400" cy="1687744"/>
            <a:chOff x="75151" y="3382874"/>
            <a:chExt cx="4027400" cy="1687744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49C56EFA-DA09-28F8-FE71-5B07FE937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559" y="3382874"/>
              <a:ext cx="3581670" cy="409334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3E5C36CC-A8D1-4CB5-1D82-AC2CD0D2C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151" y="3810496"/>
              <a:ext cx="4027400" cy="976523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9D8C0B9F-2B8A-E2E2-EABE-7FED2AC16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400" y="4825523"/>
              <a:ext cx="3835743" cy="2450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9957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E5CBD-842D-0462-338C-AA72B01E3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4D903307-A81C-0220-2669-28DA0A56886C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938964B1-4B77-893D-E8E2-A38429D7DA5F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C10B153B-5A6E-CAA2-477D-6492083A49E0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B0A617EE-C1EC-4D88-7C80-A69F206C7C01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BE3D6D-38A1-3D4F-F2F5-2AACAA64CB37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5 - 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多智能体综述写作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9269D6E-6355-4738-9794-C77406D53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51" y="1652634"/>
            <a:ext cx="10842343" cy="436411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118F199-C3C0-6EFC-61BE-CD5C6680597D}"/>
              </a:ext>
            </a:extLst>
          </p:cNvPr>
          <p:cNvSpPr txBox="1"/>
          <p:nvPr/>
        </p:nvSpPr>
        <p:spPr>
          <a:xfrm>
            <a:off x="502920" y="1101707"/>
            <a:ext cx="109910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综述生成是本系统工作量</a:t>
            </a:r>
            <a:r>
              <a:rPr lang="zh-CN" altLang="en-US" sz="16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</a:t>
            </a:r>
            <a:r>
              <a:rPr lang="zh-CN" altLang="en-US" sz="1600" dirty="0"/>
              <a:t>、也最能体现</a:t>
            </a:r>
            <a:r>
              <a:rPr lang="zh-CN" altLang="en-US" sz="16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工程深度</a:t>
            </a:r>
            <a:r>
              <a:rPr lang="zh-CN" altLang="en-US" sz="1600" dirty="0"/>
              <a:t>的模块</a:t>
            </a:r>
          </a:p>
        </p:txBody>
      </p:sp>
    </p:spTree>
    <p:extLst>
      <p:ext uri="{BB962C8B-B14F-4D97-AF65-F5344CB8AC3E}">
        <p14:creationId xmlns:p14="http://schemas.microsoft.com/office/powerpoint/2010/main" val="1519116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FEE3A-1B8B-7481-7A30-D0124510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8AF03145-5D29-6E2C-BCFB-9FEA6BDFB1F0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27AD6BD0-E1CA-8D85-455A-69872661E252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055395A4-C6AA-6B88-0563-705DC11973BE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DB3165F8-27DB-A490-3D09-AD880ADF58D6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4C1B98-2488-FE12-0A5D-2481A646B4CA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5 - 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多智能体综述写作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E250F3-EA60-D393-382F-523631E8A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70" y="900928"/>
            <a:ext cx="11320530" cy="595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30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E5966-2BA2-D540-5478-6FC1F75C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CF21F1D5-1EB4-47DF-48F4-1486B172D851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1C07CAD5-0E2E-7533-9C79-5B460B5AE13C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82A250E5-8F91-94CD-7182-C48F56CA8C9A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8C323F1B-BEF0-EF9A-0512-19C55EB26C4A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1E0799-AE85-3948-CA5B-3603AAF69F6E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6 - 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审查与返工优化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4F65AB-A632-DCB2-24B3-FC85145FF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64" y="1612159"/>
            <a:ext cx="11203036" cy="505095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3D61E12-9361-28AF-BAA0-6E0FEB07BC56}"/>
              </a:ext>
            </a:extLst>
          </p:cNvPr>
          <p:cNvSpPr txBox="1"/>
          <p:nvPr/>
        </p:nvSpPr>
        <p:spPr>
          <a:xfrm>
            <a:off x="502920" y="978596"/>
            <a:ext cx="109910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初稿即便通过检测，仍可能存在数值偏差、表述不严谨等问题。我们设计了独立的“深度审核与优化”模块，模拟学术论文“审稿一返修”的对抗过程，并提供三个强度等级供用户按需选择。</a:t>
            </a:r>
          </a:p>
        </p:txBody>
      </p:sp>
    </p:spTree>
    <p:extLst>
      <p:ext uri="{BB962C8B-B14F-4D97-AF65-F5344CB8AC3E}">
        <p14:creationId xmlns:p14="http://schemas.microsoft.com/office/powerpoint/2010/main" val="3446942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89663-48FD-298D-6A1A-70936023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8D200A6-C652-F509-561E-8A1D8EB99891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60E30D7B-B16F-F7D1-2B58-CE1CEAC2B39E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009AFEBB-4687-B71F-A7E6-1A2D1BC842AE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BAE32387-D550-BC07-97A7-9E543EAAEC55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1B341A-020A-3ADF-7BE1-E5B921A3348A}"/>
              </a:ext>
            </a:extLst>
          </p:cNvPr>
          <p:cNvSpPr txBox="1"/>
          <p:nvPr/>
        </p:nvSpPr>
        <p:spPr>
          <a:xfrm>
            <a:off x="1087759" y="392627"/>
            <a:ext cx="5683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7 - 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算法演进图与时间校验与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 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选题助手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777D2EB-5644-6A6A-53F1-F1C2D6CCD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97" y="1206534"/>
            <a:ext cx="3955153" cy="398919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5BE75DC-117E-5AC6-23A1-D71D2A54A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690" y="1030235"/>
            <a:ext cx="1925529" cy="41673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3409452-3582-94FC-D875-4B64C95E6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97" y="5501926"/>
            <a:ext cx="5012658" cy="79350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EEACFEE-DBA9-EDDF-D847-0F7D210301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19" y="1049984"/>
            <a:ext cx="5683770" cy="524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57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80373-4006-28F6-AB24-0B9DC7212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3D0FF1F-244D-81C9-5002-D284DAA3D8B1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52E7B181-6F7A-8A4B-B083-A2792794B4AB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B99D3FFB-30E5-ECCD-2964-DD044556EC21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8D9E34FA-3817-C9CA-95BE-E83CE8293A86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97982A-7661-1300-250E-64827344288D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8 - 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高并发引擎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7624003-8E94-9285-D641-4387ADDAD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97" y="1294481"/>
            <a:ext cx="11357584" cy="548102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1AE54E8-68FF-D7FB-D7CD-05C148AD1E1A}"/>
              </a:ext>
            </a:extLst>
          </p:cNvPr>
          <p:cNvSpPr txBox="1"/>
          <p:nvPr/>
        </p:nvSpPr>
        <p:spPr>
          <a:xfrm>
            <a:off x="540040" y="1038007"/>
            <a:ext cx="109910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通过多</a:t>
            </a:r>
            <a:r>
              <a:rPr lang="en-US" altLang="zh-CN" sz="1600" dirty="0"/>
              <a:t>Key</a:t>
            </a:r>
            <a:r>
              <a:rPr lang="zh-CN" altLang="en-US" sz="1600" dirty="0"/>
              <a:t>轮询分摊请求压力，并发上限随</a:t>
            </a:r>
            <a:r>
              <a:rPr lang="en-US" altLang="zh-CN" sz="1600" dirty="0"/>
              <a:t>Key</a:t>
            </a:r>
            <a:r>
              <a:rPr lang="zh-CN" altLang="en-US" sz="1600" dirty="0"/>
              <a:t>数量自适应，最大化提升</a:t>
            </a:r>
            <a:r>
              <a:rPr lang="zh-CN" altLang="en-US" sz="16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系统吞吐能力</a:t>
            </a:r>
            <a:r>
              <a:rPr lang="zh-CN" altLang="en-US" sz="1600" dirty="0"/>
              <a:t>，避免限流。</a:t>
            </a:r>
          </a:p>
        </p:txBody>
      </p:sp>
    </p:spTree>
    <p:extLst>
      <p:ext uri="{BB962C8B-B14F-4D97-AF65-F5344CB8AC3E}">
        <p14:creationId xmlns:p14="http://schemas.microsoft.com/office/powerpoint/2010/main" val="2876186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8146E-868A-5A52-F3C8-E6F87A4D7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FD8BC610-6E53-C4A7-7CF8-2EFE9FCCB321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CAAB2FF0-03CB-9BD7-04E8-73A042BA803A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037CB3B9-5A9C-252F-7B30-288BB2E46F58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A644F1A0-0EE2-68C4-4DAB-EF313FC84B39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84D5EC-A1D2-F3CB-3BB4-FC2E320A4754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9 - 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学术海报与</a:t>
            </a:r>
            <a:r>
              <a:rPr lang="en-US" altLang="zh-CN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可视化</a:t>
            </a:r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FD41FDAA-2398-F8E2-32BD-1673F7D38BD6}"/>
              </a:ext>
            </a:extLst>
          </p:cNvPr>
          <p:cNvSpPr/>
          <p:nvPr/>
        </p:nvSpPr>
        <p:spPr>
          <a:xfrm>
            <a:off x="594360" y="1078992"/>
            <a:ext cx="5257800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6" descr="image7.png">
            <a:extLst>
              <a:ext uri="{FF2B5EF4-FFF2-40B4-BE49-F238E27FC236}">
                <a16:creationId xmlns:a16="http://schemas.microsoft.com/office/drawing/2014/main" id="{8E1EA000-9DB3-865A-33A8-EEE1A8D50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94114"/>
            <a:ext cx="4950813" cy="2648800"/>
          </a:xfrm>
          <a:prstGeom prst="rect">
            <a:avLst/>
          </a:prstGeom>
        </p:spPr>
      </p:pic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BECB40F9-B4D2-F115-7E0D-116F87A56B7F}"/>
              </a:ext>
            </a:extLst>
          </p:cNvPr>
          <p:cNvSpPr/>
          <p:nvPr/>
        </p:nvSpPr>
        <p:spPr>
          <a:xfrm>
            <a:off x="6172200" y="1078992"/>
            <a:ext cx="5257800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8" descr="image8.png">
            <a:extLst>
              <a:ext uri="{FF2B5EF4-FFF2-40B4-BE49-F238E27FC236}">
                <a16:creationId xmlns:a16="http://schemas.microsoft.com/office/drawing/2014/main" id="{0751723A-FD14-D7B2-640B-AA4537087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502229"/>
            <a:ext cx="4886144" cy="3537390"/>
          </a:xfrm>
          <a:prstGeom prst="rect">
            <a:avLst/>
          </a:prstGeom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C6872B77-4E47-5DD4-5C96-5113F475666F}"/>
              </a:ext>
            </a:extLst>
          </p:cNvPr>
          <p:cNvSpPr txBox="1"/>
          <p:nvPr/>
        </p:nvSpPr>
        <p:spPr>
          <a:xfrm>
            <a:off x="868680" y="5413248"/>
            <a:ext cx="457200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1" dirty="0" err="1">
                <a:solidFill>
                  <a:srgbClr val="003F8F"/>
                </a:solidFill>
                <a:latin typeface="Microsoft YaHei"/>
              </a:rPr>
              <a:t>Web主界面：检索、日志、词云、趋势图</a:t>
            </a:r>
            <a:endParaRPr b="1" dirty="0">
              <a:solidFill>
                <a:srgbClr val="003F8F"/>
              </a:solidFill>
              <a:latin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9D0374-E4C2-D2F9-7828-E72E9B61DB5D}"/>
              </a:ext>
            </a:extLst>
          </p:cNvPr>
          <p:cNvSpPr txBox="1"/>
          <p:nvPr/>
        </p:nvSpPr>
        <p:spPr>
          <a:xfrm>
            <a:off x="6446520" y="5413248"/>
            <a:ext cx="4743994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b="1" dirty="0" err="1">
                <a:solidFill>
                  <a:srgbClr val="003F8F"/>
                </a:solidFill>
                <a:latin typeface="Microsoft YaHei"/>
              </a:rPr>
              <a:t>学术海报：摘要、关键词、指标与结构化展示</a:t>
            </a:r>
            <a:endParaRPr b="1" dirty="0">
              <a:solidFill>
                <a:srgbClr val="003F8F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50960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0B0EA-184E-7E22-30F4-C23C98C71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DBD2146-3EDF-445F-5703-B9E5B83F2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3A17EF1B-924B-E31D-15D4-43D00D675803}"/>
              </a:ext>
            </a:extLst>
          </p:cNvPr>
          <p:cNvSpPr/>
          <p:nvPr/>
        </p:nvSpPr>
        <p:spPr>
          <a:xfrm>
            <a:off x="-1998" y="-1"/>
            <a:ext cx="12192000" cy="6858000"/>
          </a:xfrm>
          <a:prstGeom prst="rect">
            <a:avLst/>
          </a:prstGeom>
          <a:solidFill>
            <a:srgbClr val="00427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200B5CF-D6DB-3F30-B36C-23998565848F}"/>
              </a:ext>
            </a:extLst>
          </p:cNvPr>
          <p:cNvSpPr txBox="1"/>
          <p:nvPr/>
        </p:nvSpPr>
        <p:spPr>
          <a:xfrm>
            <a:off x="4682029" y="2159568"/>
            <a:ext cx="2827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a typeface="思源黑体 CN Bold" panose="020B0800000000000000" pitchFamily="34" charset="-122"/>
              </a:rPr>
              <a:t>PART  03</a:t>
            </a:r>
            <a:endParaRPr lang="zh-CN" altLang="en-US" sz="4400" b="1" dirty="0">
              <a:solidFill>
                <a:schemeClr val="bg1"/>
              </a:solidFill>
              <a:ea typeface="思源黑体 CN Bold" panose="020B0800000000000000" pitchFamily="34" charset="-122"/>
            </a:endParaRPr>
          </a:p>
        </p:txBody>
      </p:sp>
      <p:sp>
        <p:nvSpPr>
          <p:cNvPr id="34" name="标题 1">
            <a:extLst>
              <a:ext uri="{FF2B5EF4-FFF2-40B4-BE49-F238E27FC236}">
                <a16:creationId xmlns:a16="http://schemas.microsoft.com/office/drawing/2014/main" id="{78FBEF11-3AF9-9794-D73D-2DE960340089}"/>
              </a:ext>
            </a:extLst>
          </p:cNvPr>
          <p:cNvSpPr txBox="1"/>
          <p:nvPr/>
        </p:nvSpPr>
        <p:spPr>
          <a:xfrm>
            <a:off x="3168909" y="3289054"/>
            <a:ext cx="5869058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1pPr>
          </a:lstStyle>
          <a:p>
            <a:pPr algn="ctr"/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系统测试与结果分析</a:t>
            </a:r>
          </a:p>
        </p:txBody>
      </p:sp>
    </p:spTree>
    <p:extLst>
      <p:ext uri="{BB962C8B-B14F-4D97-AF65-F5344CB8AC3E}">
        <p14:creationId xmlns:p14="http://schemas.microsoft.com/office/powerpoint/2010/main" val="2336230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3BFCE-56B4-5D92-66E8-D56C8FFC4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A5E6776E-A324-8029-76C1-FC35BD69DF3E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858C06A2-34DA-E649-FEAA-DFCF9DD3E326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AB047722-78D9-166E-8713-8F7967A9903A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C10C3507-2E2C-957E-525E-2D89ED62C824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BFD815-B657-AECB-2748-3A2BCF91B573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5CF7E6-B117-AFC0-2250-7F9F7E4C7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65" y="1128944"/>
            <a:ext cx="11996670" cy="4887808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5BA3382-AA27-CD65-D669-0CD29EEB1371}"/>
              </a:ext>
            </a:extLst>
          </p:cNvPr>
          <p:cNvSpPr/>
          <p:nvPr/>
        </p:nvSpPr>
        <p:spPr>
          <a:xfrm>
            <a:off x="600451" y="6117465"/>
            <a:ext cx="10887504" cy="444321"/>
          </a:xfrm>
          <a:prstGeom prst="roundRect">
            <a:avLst/>
          </a:prstGeom>
        </p:spPr>
        <p:style>
          <a:lnRef idx="1">
            <a:schemeClr val="accent1"/>
          </a:lnRef>
          <a:fillRef idx="1001">
            <a:schemeClr val="lt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四大创新协同：高吞吐</a:t>
            </a:r>
            <a:r>
              <a:rPr lang="en-US" altLang="zh-CN" dirty="0">
                <a:solidFill>
                  <a:schemeClr val="tx1"/>
                </a:solidFill>
              </a:rPr>
              <a:t>×</a:t>
            </a:r>
            <a:r>
              <a:rPr lang="zh-CN" altLang="en-US" dirty="0">
                <a:solidFill>
                  <a:schemeClr val="tx1"/>
                </a:solidFill>
              </a:rPr>
              <a:t>高质量</a:t>
            </a:r>
            <a:r>
              <a:rPr lang="en-US" altLang="zh-CN" dirty="0">
                <a:solidFill>
                  <a:schemeClr val="tx1"/>
                </a:solidFill>
              </a:rPr>
              <a:t>×</a:t>
            </a:r>
            <a:r>
              <a:rPr lang="zh-CN" altLang="en-US" dirty="0">
                <a:solidFill>
                  <a:schemeClr val="tx1"/>
                </a:solidFill>
              </a:rPr>
              <a:t>低幻觉</a:t>
            </a:r>
            <a:r>
              <a:rPr lang="en-US" altLang="zh-CN" dirty="0">
                <a:solidFill>
                  <a:schemeClr val="tx1"/>
                </a:solidFill>
              </a:rPr>
              <a:t>×</a:t>
            </a:r>
            <a:r>
              <a:rPr lang="zh-CN" altLang="en-US" dirty="0">
                <a:solidFill>
                  <a:schemeClr val="tx1"/>
                </a:solidFill>
              </a:rPr>
              <a:t>低成本构建</a:t>
            </a:r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高效、可靠、可扩展</a:t>
            </a:r>
            <a:r>
              <a:rPr lang="zh-CN" altLang="en-US" dirty="0">
                <a:solidFill>
                  <a:schemeClr val="tx1"/>
                </a:solidFill>
              </a:rPr>
              <a:t>的学术综述智能系统</a:t>
            </a:r>
          </a:p>
        </p:txBody>
      </p:sp>
    </p:spTree>
    <p:extLst>
      <p:ext uri="{BB962C8B-B14F-4D97-AF65-F5344CB8AC3E}">
        <p14:creationId xmlns:p14="http://schemas.microsoft.com/office/powerpoint/2010/main" val="1016776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4B697-C08F-9F5E-552B-81A118A87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BA46CA0A-752A-56BC-5AD0-A005E2A8B1D1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82E0CF83-AB28-38F3-0D58-DA9862175C0A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5A6D7C41-6F39-957C-041B-185F010CCF08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0F04BE80-B4B2-5774-4ACA-C305B9AFF41C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368D4D-2E8C-A44A-3CED-92E26A34B461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实验测试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8BE1393-0E3E-74B2-D219-40425A323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97" y="1446942"/>
            <a:ext cx="6255452" cy="395372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03F6C78-2ACB-EC74-C177-A326314E6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7427" y="3562956"/>
            <a:ext cx="4346587" cy="164592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5B41FF9-1A0D-C8D0-326B-02013A3DE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571" y="1533467"/>
            <a:ext cx="5240301" cy="164592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19737A1-DE08-217D-B746-B7FF7041A9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55" y="5592445"/>
            <a:ext cx="10314958" cy="84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23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A73C9-A618-D592-5864-ED0728C7A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525047C-70C7-CF3E-198E-7CC71F2A4BD7}"/>
              </a:ext>
            </a:extLst>
          </p:cNvPr>
          <p:cNvSpPr/>
          <p:nvPr/>
        </p:nvSpPr>
        <p:spPr>
          <a:xfrm>
            <a:off x="3906141" y="4037527"/>
            <a:ext cx="3344665" cy="2137893"/>
          </a:xfrm>
          <a:prstGeom prst="roundRect">
            <a:avLst/>
          </a:prstGeom>
          <a:solidFill>
            <a:srgbClr val="D5E6F9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顶角 23">
            <a:extLst>
              <a:ext uri="{FF2B5EF4-FFF2-40B4-BE49-F238E27FC236}">
                <a16:creationId xmlns:a16="http://schemas.microsoft.com/office/drawing/2014/main" id="{7BCC9AB8-EE25-7E3B-0204-45D5CEFE2A18}"/>
              </a:ext>
            </a:extLst>
          </p:cNvPr>
          <p:cNvSpPr/>
          <p:nvPr/>
        </p:nvSpPr>
        <p:spPr>
          <a:xfrm>
            <a:off x="3906140" y="3952762"/>
            <a:ext cx="3344666" cy="556262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529001C-9CB6-806E-3E22-92E15025D536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C1410EF8-1B9D-A428-5B9F-A8A9580D1BC6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BD67CA1D-14F5-C00E-342D-F2247AFCFB5A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B4FBD623-87CC-279F-7A89-CC27515B03DC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A1B3F0-9942-9D92-CFD0-28CB683FF5F6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实验结果</a:t>
            </a:r>
          </a:p>
        </p:txBody>
      </p:sp>
      <p:pic>
        <p:nvPicPr>
          <p:cNvPr id="3" name="Picture 6" descr="image10.png">
            <a:extLst>
              <a:ext uri="{FF2B5EF4-FFF2-40B4-BE49-F238E27FC236}">
                <a16:creationId xmlns:a16="http://schemas.microsoft.com/office/drawing/2014/main" id="{20772ED0-D938-4A80-A3FD-405F5B842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99" y="1429738"/>
            <a:ext cx="3659965" cy="2191886"/>
          </a:xfrm>
          <a:prstGeom prst="rect">
            <a:avLst/>
          </a:prstGeom>
        </p:spPr>
      </p:pic>
      <p:pic>
        <p:nvPicPr>
          <p:cNvPr id="5" name="Picture 8" descr="image11.png">
            <a:extLst>
              <a:ext uri="{FF2B5EF4-FFF2-40B4-BE49-F238E27FC236}">
                <a16:creationId xmlns:a16="http://schemas.microsoft.com/office/drawing/2014/main" id="{CB927624-6D06-4E46-0560-A85190FD6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7" y="4090025"/>
            <a:ext cx="3814345" cy="221525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A873E0B-8214-3C4F-80C0-B2903B141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4445" y="1545876"/>
            <a:ext cx="3797283" cy="213968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7867B41-BD29-54AF-4A13-D42140B917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5190" y="1364406"/>
            <a:ext cx="2872924" cy="238005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EC09C98-9E37-EE7C-997F-FE4B9E1AAC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6955" y="4259166"/>
            <a:ext cx="2194307" cy="169461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922FA0E-FDB0-03DB-651A-32CEC75D41DF}"/>
              </a:ext>
            </a:extLst>
          </p:cNvPr>
          <p:cNvSpPr txBox="1"/>
          <p:nvPr/>
        </p:nvSpPr>
        <p:spPr>
          <a:xfrm>
            <a:off x="673489" y="937504"/>
            <a:ext cx="4423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中文信息抽取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7454A3F-B2B9-2D11-558E-39708D9CEA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5190" y="4153437"/>
            <a:ext cx="324098" cy="29591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0E6A130-C994-AEB4-481C-2AB1B114F2C9}"/>
              </a:ext>
            </a:extLst>
          </p:cNvPr>
          <p:cNvSpPr txBox="1"/>
          <p:nvPr/>
        </p:nvSpPr>
        <p:spPr>
          <a:xfrm>
            <a:off x="4343114" y="4153437"/>
            <a:ext cx="20401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自建术语词典规模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77A30A-149B-CAE0-D29E-B9C568C19449}"/>
              </a:ext>
            </a:extLst>
          </p:cNvPr>
          <p:cNvSpPr txBox="1"/>
          <p:nvPr/>
        </p:nvSpPr>
        <p:spPr>
          <a:xfrm>
            <a:off x="3917239" y="4646287"/>
            <a:ext cx="30308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使用jieba+三套自建词典+正则完成抽取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启动时将174条术语加入jieba词表，避免领域术语被切碎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F9B2D39-63AF-62DE-0251-BB971B41DC95}"/>
              </a:ext>
            </a:extLst>
          </p:cNvPr>
          <p:cNvCxnSpPr/>
          <p:nvPr/>
        </p:nvCxnSpPr>
        <p:spPr>
          <a:xfrm>
            <a:off x="7482625" y="937504"/>
            <a:ext cx="0" cy="5765950"/>
          </a:xfrm>
          <a:prstGeom prst="line">
            <a:avLst/>
          </a:prstGeom>
          <a:ln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034F38C-66BC-604D-A59E-21EFDDDCF840}"/>
              </a:ext>
            </a:extLst>
          </p:cNvPr>
          <p:cNvSpPr txBox="1"/>
          <p:nvPr/>
        </p:nvSpPr>
        <p:spPr>
          <a:xfrm>
            <a:off x="7632343" y="937504"/>
            <a:ext cx="6094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处理效率与鲁棒性测试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2699D9E-1C8E-883A-62F9-6F8452D43E2F}"/>
              </a:ext>
            </a:extLst>
          </p:cNvPr>
          <p:cNvSpPr txBox="1"/>
          <p:nvPr/>
        </p:nvSpPr>
        <p:spPr>
          <a:xfrm>
            <a:off x="7632343" y="4181989"/>
            <a:ext cx="20708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完全本地运行，无需DeepSeekKey，吞吐稳定在~1.9万篇/秒，网络受限或大模型不可用时也能快速完成结构化抽取。</a:t>
            </a:r>
          </a:p>
        </p:txBody>
      </p:sp>
    </p:spTree>
    <p:extLst>
      <p:ext uri="{BB962C8B-B14F-4D97-AF65-F5344CB8AC3E}">
        <p14:creationId xmlns:p14="http://schemas.microsoft.com/office/powerpoint/2010/main" val="543302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EE96D-4E02-0101-1C7F-2F057851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B048CC2-8E37-C504-6464-67F8AA44AD9C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47CA395A-9601-BF7B-D0B0-FAB718F7171F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5624A2D6-8694-DB4C-16C4-4F43B4BC79E2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540DB065-3539-E8C4-146E-D169D51B6932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DEA168-A0B7-44BC-2514-3427D59DD1F8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74B084-1945-3314-9A6C-E471A2588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18" y="4822626"/>
            <a:ext cx="5133804" cy="123211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6A02993-0FDA-4663-74A6-06F6C6B30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97" y="1419317"/>
            <a:ext cx="5214447" cy="304259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9EAB403-BB41-9C15-A69F-2A922A148C95}"/>
              </a:ext>
            </a:extLst>
          </p:cNvPr>
          <p:cNvSpPr txBox="1"/>
          <p:nvPr/>
        </p:nvSpPr>
        <p:spPr>
          <a:xfrm>
            <a:off x="652908" y="1029587"/>
            <a:ext cx="6094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多智能体综述生成与幻觉控制测试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847754-7667-979E-4ED4-D04675B0D2CD}"/>
              </a:ext>
            </a:extLst>
          </p:cNvPr>
          <p:cNvSpPr txBox="1"/>
          <p:nvPr/>
        </p:nvSpPr>
        <p:spPr>
          <a:xfrm>
            <a:off x="7203368" y="1352524"/>
            <a:ext cx="3333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逻辑大纲规划</a:t>
            </a:r>
            <a:r>
              <a:rPr lang="zh-CN" altLang="en-US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，</a:t>
            </a:r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确立章节逻辑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9EC5CA7-7A47-A556-5461-D184EC18AA92}"/>
              </a:ext>
            </a:extLst>
          </p:cNvPr>
          <p:cNvSpPr txBox="1"/>
          <p:nvPr/>
        </p:nvSpPr>
        <p:spPr>
          <a:xfrm>
            <a:off x="5922220" y="2118370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多章节并发撰写</a:t>
            </a:r>
            <a:r>
              <a:rPr lang="zh-CN" altLang="en-US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，</a:t>
            </a:r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消除上下文串扰</a:t>
            </a:r>
            <a:endParaRPr lang="zh-CN" altLang="zh-CN" b="1" i="0" dirty="0">
              <a:effectLst/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F25DC72-1253-D3C6-0A79-FA7A63E9662B}"/>
              </a:ext>
            </a:extLst>
          </p:cNvPr>
          <p:cNvSpPr txBox="1"/>
          <p:nvPr/>
        </p:nvSpPr>
        <p:spPr>
          <a:xfrm>
            <a:off x="5968269" y="2868599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隐性事实核查</a:t>
            </a:r>
            <a:r>
              <a:rPr lang="zh-CN" altLang="en-US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，</a:t>
            </a:r>
            <a:r>
              <a:rPr lang="zh-CN" altLang="zh-CN" b="0" i="0" dirty="0">
                <a:effectLst/>
                <a:latin typeface="Noto Sans SC" panose="020B0200000000000000" pitchFamily="34" charset="-122"/>
                <a:ea typeface="Noto Sans SC" panose="020B0200000000000000" pitchFamily="34" charset="-122"/>
              </a:rPr>
              <a:t>解决“张冠李戴”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4E0D4D36-69FC-F097-F5D9-4F966B68D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6401" y="1307211"/>
            <a:ext cx="656967" cy="457444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621E0A3F-CA28-822B-B7AF-5D78B6F5A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914" y="1958207"/>
            <a:ext cx="632454" cy="598872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9FFC4F74-45B4-39F1-B190-C1D58C144C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6401" y="2724716"/>
            <a:ext cx="563389" cy="457754"/>
          </a:xfrm>
          <a:prstGeom prst="rect">
            <a:avLst/>
          </a:prstGeom>
        </p:spPr>
      </p:pic>
      <p:grpSp>
        <p:nvGrpSpPr>
          <p:cNvPr id="43" name="组合 42">
            <a:extLst>
              <a:ext uri="{FF2B5EF4-FFF2-40B4-BE49-F238E27FC236}">
                <a16:creationId xmlns:a16="http://schemas.microsoft.com/office/drawing/2014/main" id="{19533FC9-6A06-690E-BEF6-38D9A951ABDF}"/>
              </a:ext>
            </a:extLst>
          </p:cNvPr>
          <p:cNvGrpSpPr/>
          <p:nvPr/>
        </p:nvGrpSpPr>
        <p:grpSpPr>
          <a:xfrm>
            <a:off x="5597954" y="4197268"/>
            <a:ext cx="2142794" cy="1839426"/>
            <a:chOff x="5689864" y="3814037"/>
            <a:chExt cx="3365752" cy="2222658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09ACF1F1-4438-67B3-F6AB-734B9DD80D1A}"/>
                </a:ext>
              </a:extLst>
            </p:cNvPr>
            <p:cNvSpPr/>
            <p:nvPr/>
          </p:nvSpPr>
          <p:spPr>
            <a:xfrm>
              <a:off x="5689865" y="3898802"/>
              <a:ext cx="3344665" cy="2137893"/>
            </a:xfrm>
            <a:prstGeom prst="roundRect">
              <a:avLst/>
            </a:prstGeom>
            <a:solidFill>
              <a:srgbClr val="D5E6F9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: 圆顶角 39">
              <a:extLst>
                <a:ext uri="{FF2B5EF4-FFF2-40B4-BE49-F238E27FC236}">
                  <a16:creationId xmlns:a16="http://schemas.microsoft.com/office/drawing/2014/main" id="{D129CA17-C509-CD7C-06C1-FB546A181F97}"/>
                </a:ext>
              </a:extLst>
            </p:cNvPr>
            <p:cNvSpPr/>
            <p:nvPr/>
          </p:nvSpPr>
          <p:spPr>
            <a:xfrm>
              <a:off x="5689864" y="3814037"/>
              <a:ext cx="3344666" cy="556262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D5A6F67D-E3A9-88AD-3313-9720D07D241F}"/>
                </a:ext>
              </a:extLst>
            </p:cNvPr>
            <p:cNvSpPr txBox="1"/>
            <p:nvPr/>
          </p:nvSpPr>
          <p:spPr>
            <a:xfrm>
              <a:off x="6582292" y="3920229"/>
              <a:ext cx="2473324" cy="3719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分段隔离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F8A0D16A-E2CA-1BB7-4310-69F99C25C0BB}"/>
                </a:ext>
              </a:extLst>
            </p:cNvPr>
            <p:cNvSpPr txBox="1"/>
            <p:nvPr/>
          </p:nvSpPr>
          <p:spPr>
            <a:xfrm>
              <a:off x="5887537" y="4590617"/>
              <a:ext cx="3030875" cy="10762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40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200" dirty="0"/>
                <a:t>每位</a:t>
              </a:r>
              <a:r>
                <a:rPr lang="en-US" altLang="zh-CN" sz="1200" dirty="0"/>
                <a:t>Writer </a:t>
              </a:r>
              <a:r>
                <a:rPr lang="zh-CN" altLang="en-US" sz="1200" dirty="0"/>
                <a:t>仅接触本章论文，从物理层面上降低主题间信息噪音串扰。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033D5D84-3F50-C958-A77D-DB043C700443}"/>
              </a:ext>
            </a:extLst>
          </p:cNvPr>
          <p:cNvGrpSpPr/>
          <p:nvPr/>
        </p:nvGrpSpPr>
        <p:grpSpPr>
          <a:xfrm>
            <a:off x="7812814" y="4215000"/>
            <a:ext cx="2129370" cy="1839426"/>
            <a:chOff x="5689864" y="3814037"/>
            <a:chExt cx="3344666" cy="2222658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F0AFAE06-B3CD-74BD-0FFF-275A8BD9A8BD}"/>
                </a:ext>
              </a:extLst>
            </p:cNvPr>
            <p:cNvSpPr/>
            <p:nvPr/>
          </p:nvSpPr>
          <p:spPr>
            <a:xfrm>
              <a:off x="5689865" y="3898802"/>
              <a:ext cx="3344665" cy="2137893"/>
            </a:xfrm>
            <a:prstGeom prst="roundRect">
              <a:avLst/>
            </a:prstGeom>
            <a:solidFill>
              <a:srgbClr val="D5E6F9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: 圆顶角 50">
              <a:extLst>
                <a:ext uri="{FF2B5EF4-FFF2-40B4-BE49-F238E27FC236}">
                  <a16:creationId xmlns:a16="http://schemas.microsoft.com/office/drawing/2014/main" id="{22E9C4AD-4140-A75F-5ACF-1DBA9275CD27}"/>
                </a:ext>
              </a:extLst>
            </p:cNvPr>
            <p:cNvSpPr/>
            <p:nvPr/>
          </p:nvSpPr>
          <p:spPr>
            <a:xfrm>
              <a:off x="5689864" y="3814037"/>
              <a:ext cx="3344666" cy="556262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6378E04-D5C0-BE6E-E696-C4E06DE30227}"/>
                </a:ext>
              </a:extLst>
            </p:cNvPr>
            <p:cNvSpPr txBox="1"/>
            <p:nvPr/>
          </p:nvSpPr>
          <p:spPr>
            <a:xfrm>
              <a:off x="6448012" y="3926441"/>
              <a:ext cx="2473324" cy="3719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自动化审计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CD9CDCC-AF81-140A-68A8-F70666030F57}"/>
                </a:ext>
              </a:extLst>
            </p:cNvPr>
            <p:cNvSpPr txBox="1"/>
            <p:nvPr/>
          </p:nvSpPr>
          <p:spPr>
            <a:xfrm>
              <a:off x="5846760" y="4569191"/>
              <a:ext cx="3030875" cy="11528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引用编号由正则程序全量扫描，无需人工核查即可确保引用的真实存在性。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FDFBB64-1D0B-4C20-C5B7-CB335C5548BA}"/>
              </a:ext>
            </a:extLst>
          </p:cNvPr>
          <p:cNvGrpSpPr/>
          <p:nvPr/>
        </p:nvGrpSpPr>
        <p:grpSpPr>
          <a:xfrm>
            <a:off x="10009218" y="4232341"/>
            <a:ext cx="2129371" cy="1839425"/>
            <a:chOff x="5689863" y="3814037"/>
            <a:chExt cx="3344667" cy="2222658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8776B163-F7EC-07CB-3234-721E774112B4}"/>
                </a:ext>
              </a:extLst>
            </p:cNvPr>
            <p:cNvSpPr/>
            <p:nvPr/>
          </p:nvSpPr>
          <p:spPr>
            <a:xfrm>
              <a:off x="5689865" y="3898802"/>
              <a:ext cx="3344665" cy="2137893"/>
            </a:xfrm>
            <a:prstGeom prst="roundRect">
              <a:avLst/>
            </a:prstGeom>
            <a:solidFill>
              <a:srgbClr val="D5E6F9"/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顶角 55">
              <a:extLst>
                <a:ext uri="{FF2B5EF4-FFF2-40B4-BE49-F238E27FC236}">
                  <a16:creationId xmlns:a16="http://schemas.microsoft.com/office/drawing/2014/main" id="{0E1204ED-4248-686B-0364-91CE46EEE20B}"/>
                </a:ext>
              </a:extLst>
            </p:cNvPr>
            <p:cNvSpPr/>
            <p:nvPr/>
          </p:nvSpPr>
          <p:spPr>
            <a:xfrm>
              <a:off x="5689863" y="3814037"/>
              <a:ext cx="3344666" cy="556262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88B66753-70BB-F9CD-B67D-789D0427D741}"/>
                </a:ext>
              </a:extLst>
            </p:cNvPr>
            <p:cNvSpPr txBox="1"/>
            <p:nvPr/>
          </p:nvSpPr>
          <p:spPr>
            <a:xfrm>
              <a:off x="6518833" y="3898802"/>
              <a:ext cx="2473323" cy="3719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闭环修复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2C6872BC-BFD0-F7AE-D72B-27C949535015}"/>
                </a:ext>
              </a:extLst>
            </p:cNvPr>
            <p:cNvSpPr txBox="1"/>
            <p:nvPr/>
          </p:nvSpPr>
          <p:spPr>
            <a:xfrm>
              <a:off x="5846759" y="4566782"/>
              <a:ext cx="3030874" cy="11528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lnSpc>
                  <a:spcPct val="150000"/>
                </a:lnSpc>
                <a:defRPr sz="1200"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形成“</a:t>
              </a:r>
              <a:r>
                <a:rPr lang="en-US" altLang="zh-CN" dirty="0"/>
                <a:t>Auditor </a:t>
              </a:r>
              <a:r>
                <a:rPr lang="zh-CN" altLang="en-US" dirty="0"/>
                <a:t>发现</a:t>
              </a:r>
              <a:r>
                <a:rPr lang="en-US" altLang="zh-CN" dirty="0"/>
                <a:t>-&gt;Reviser</a:t>
              </a:r>
              <a:r>
                <a:rPr lang="zh-CN" altLang="en-US" dirty="0"/>
                <a:t>定位</a:t>
              </a:r>
              <a:r>
                <a:rPr lang="en-US" altLang="zh-CN" dirty="0"/>
                <a:t>-&gt;</a:t>
              </a:r>
              <a:r>
                <a:rPr lang="zh-CN" altLang="en-US" dirty="0"/>
                <a:t>定向重写”的内部质量自我迭代闭环。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2631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9475-CF26-2856-3C3D-DB4F1EFBD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FC43B48-FE4F-4BAF-665F-AC094DC12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9C65E63A-615E-62E7-7099-469C5C3D0094}"/>
              </a:ext>
            </a:extLst>
          </p:cNvPr>
          <p:cNvSpPr/>
          <p:nvPr/>
        </p:nvSpPr>
        <p:spPr>
          <a:xfrm>
            <a:off x="-1998" y="-1"/>
            <a:ext cx="12192000" cy="6858000"/>
          </a:xfrm>
          <a:prstGeom prst="rect">
            <a:avLst/>
          </a:prstGeom>
          <a:solidFill>
            <a:srgbClr val="00427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65A95AC-8247-92E1-D277-C7D9D64EDCCB}"/>
              </a:ext>
            </a:extLst>
          </p:cNvPr>
          <p:cNvSpPr txBox="1"/>
          <p:nvPr/>
        </p:nvSpPr>
        <p:spPr>
          <a:xfrm>
            <a:off x="4682029" y="2159568"/>
            <a:ext cx="2827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a typeface="思源黑体 CN Bold" panose="020B0800000000000000" pitchFamily="34" charset="-122"/>
              </a:rPr>
              <a:t>PART  04</a:t>
            </a:r>
            <a:endParaRPr lang="zh-CN" altLang="en-US" sz="4400" b="1" dirty="0">
              <a:solidFill>
                <a:schemeClr val="bg1"/>
              </a:solidFill>
              <a:ea typeface="思源黑体 CN Bold" panose="020B0800000000000000" pitchFamily="34" charset="-122"/>
            </a:endParaRPr>
          </a:p>
        </p:txBody>
      </p:sp>
      <p:sp>
        <p:nvSpPr>
          <p:cNvPr id="34" name="标题 1">
            <a:extLst>
              <a:ext uri="{FF2B5EF4-FFF2-40B4-BE49-F238E27FC236}">
                <a16:creationId xmlns:a16="http://schemas.microsoft.com/office/drawing/2014/main" id="{B985BE2B-8488-61C0-E189-B5D09BC1ACFC}"/>
              </a:ext>
            </a:extLst>
          </p:cNvPr>
          <p:cNvSpPr txBox="1"/>
          <p:nvPr/>
        </p:nvSpPr>
        <p:spPr>
          <a:xfrm>
            <a:off x="3168909" y="3289054"/>
            <a:ext cx="5869058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1pPr>
          </a:lstStyle>
          <a:p>
            <a:pPr algn="ctr"/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1662251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B623B-557E-087B-F546-2B25EF3CA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AF22F004-27B4-7AFE-E75B-D280B102BC4C}"/>
              </a:ext>
            </a:extLst>
          </p:cNvPr>
          <p:cNvGrpSpPr/>
          <p:nvPr/>
        </p:nvGrpSpPr>
        <p:grpSpPr>
          <a:xfrm>
            <a:off x="356797" y="392627"/>
            <a:ext cx="615821" cy="487307"/>
            <a:chOff x="356797" y="312627"/>
            <a:chExt cx="615821" cy="487307"/>
          </a:xfrm>
        </p:grpSpPr>
        <p:sp>
          <p:nvSpPr>
            <p:cNvPr id="6" name="菱形 5">
              <a:extLst>
                <a:ext uri="{FF2B5EF4-FFF2-40B4-BE49-F238E27FC236}">
                  <a16:creationId xmlns:a16="http://schemas.microsoft.com/office/drawing/2014/main" id="{A6F665F3-F3A5-DA8D-0002-03909E8C3B58}"/>
                </a:ext>
              </a:extLst>
            </p:cNvPr>
            <p:cNvSpPr/>
            <p:nvPr/>
          </p:nvSpPr>
          <p:spPr>
            <a:xfrm>
              <a:off x="600451" y="370197"/>
              <a:ext cx="372167" cy="372166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427E"/>
              </a:solidFill>
            </a:ln>
          </p:spPr>
          <p:txBody>
            <a:bodyPr rtlCol="0" anchor="ctr"/>
            <a:lstStyle/>
            <a:p>
              <a:pPr algn="ctr"/>
              <a:endParaRPr lang="zh-CN"/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53EC740F-7B17-2D9A-9B37-1655CDE39A57}"/>
                </a:ext>
              </a:extLst>
            </p:cNvPr>
            <p:cNvSpPr/>
            <p:nvPr/>
          </p:nvSpPr>
          <p:spPr>
            <a:xfrm>
              <a:off x="356797" y="312627"/>
              <a:ext cx="487308" cy="487307"/>
            </a:xfrm>
            <a:prstGeom prst="diamond">
              <a:avLst/>
            </a:prstGeom>
            <a:solidFill>
              <a:srgbClr val="00427E"/>
            </a:solidFill>
          </p:spPr>
          <p:txBody>
            <a:bodyPr rtlCol="0" anchor="ctr"/>
            <a:lstStyle/>
            <a:p>
              <a:pPr algn="ctr"/>
              <a:endParaRPr lang="zh-CN"/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5C13A1EE-145C-3E42-5A25-5BDD2F24587F}"/>
              </a:ext>
            </a:extLst>
          </p:cNvPr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D8DEE8"/>
          </a:solidFill>
          <a:ln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25BA2E-3184-7998-D1A8-F78B02435561}"/>
              </a:ext>
            </a:extLst>
          </p:cNvPr>
          <p:cNvSpPr txBox="1"/>
          <p:nvPr/>
        </p:nvSpPr>
        <p:spPr>
          <a:xfrm>
            <a:off x="1087759" y="392627"/>
            <a:ext cx="44238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实验测试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410BFD-521A-3001-B8FE-263E592EB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79944"/>
            <a:ext cx="4113335" cy="424055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F9BF576-73F8-E5AB-D6D4-573D8C170744}"/>
              </a:ext>
            </a:extLst>
          </p:cNvPr>
          <p:cNvSpPr txBox="1"/>
          <p:nvPr/>
        </p:nvSpPr>
        <p:spPr>
          <a:xfrm>
            <a:off x="520623" y="959223"/>
            <a:ext cx="4423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不足与改进方向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33317A-AF81-97FC-00DC-47FA1D73A82B}"/>
              </a:ext>
            </a:extLst>
          </p:cNvPr>
          <p:cNvSpPr txBox="1"/>
          <p:nvPr/>
        </p:nvSpPr>
        <p:spPr>
          <a:xfrm>
            <a:off x="502920" y="1311638"/>
            <a:ext cx="6094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系统已具备较完整功能，但仍有以下可改进之处：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8ED2393-5075-2D0B-4972-1039E3E9F46B}"/>
              </a:ext>
            </a:extLst>
          </p:cNvPr>
          <p:cNvCxnSpPr/>
          <p:nvPr/>
        </p:nvCxnSpPr>
        <p:spPr>
          <a:xfrm>
            <a:off x="4864415" y="937504"/>
            <a:ext cx="0" cy="5765950"/>
          </a:xfrm>
          <a:prstGeom prst="line">
            <a:avLst/>
          </a:prstGeom>
          <a:ln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EF34C0BA-EBE0-C6E1-5A76-49DD93590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241" y="1861073"/>
            <a:ext cx="5833116" cy="3973983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472F19A-F250-8B78-E8D0-D35F0A84A53F}"/>
              </a:ext>
            </a:extLst>
          </p:cNvPr>
          <p:cNvSpPr txBox="1"/>
          <p:nvPr/>
        </p:nvSpPr>
        <p:spPr>
          <a:xfrm>
            <a:off x="5112576" y="1306836"/>
            <a:ext cx="6094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本次大作业让我们对“大模型+传统方法+工程化”有了更深的理解：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DFB1BA1-2829-59FB-A41F-EB895DB70F9F}"/>
              </a:ext>
            </a:extLst>
          </p:cNvPr>
          <p:cNvSpPr txBox="1"/>
          <p:nvPr/>
        </p:nvSpPr>
        <p:spPr>
          <a:xfrm>
            <a:off x="5200536" y="942306"/>
            <a:ext cx="4423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42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心得体会</a:t>
            </a:r>
          </a:p>
        </p:txBody>
      </p:sp>
    </p:spTree>
    <p:extLst>
      <p:ext uri="{BB962C8B-B14F-4D97-AF65-F5344CB8AC3E}">
        <p14:creationId xmlns:p14="http://schemas.microsoft.com/office/powerpoint/2010/main" val="1965488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610437"/>
            <a:ext cx="12192000" cy="3780430"/>
          </a:xfrm>
          <a:prstGeom prst="rect">
            <a:avLst/>
          </a:prstGeom>
          <a:solidFill>
            <a:srgbClr val="0042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2747625"/>
            <a:ext cx="121721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72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感 谢 关 注</a:t>
            </a:r>
          </a:p>
        </p:txBody>
      </p:sp>
      <p:sp>
        <p:nvSpPr>
          <p:cNvPr id="50" name="thanks_sub"/>
          <p:cNvSpPr txBox="1"/>
          <p:nvPr/>
        </p:nvSpPr>
        <p:spPr>
          <a:xfrm>
            <a:off x="1096000" y="4180000"/>
            <a:ext cx="10000000" cy="5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altLang="en-US" sz="2000" dirty="0">
                <a:solidFill>
                  <a:srgbClr val="C7D7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敬请各位老师与同学批评指正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226" y="935713"/>
            <a:ext cx="1332748" cy="133892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.3779527559055,&quot;left&quot;:55.11811023622047,&quot;top&quot;:209.44881889763778,&quot;width&quot;:492.131889763779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1037</Words>
  <Application>Microsoft Office PowerPoint</Application>
  <PresentationFormat>宽屏</PresentationFormat>
  <Paragraphs>175</Paragraphs>
  <Slides>28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Noto Sans SC</vt:lpstr>
      <vt:lpstr>阿里巴巴普惠体 R</vt:lpstr>
      <vt:lpstr>等线</vt:lpstr>
      <vt:lpstr>思源黑体 CN Bold</vt:lpstr>
      <vt:lpstr>思源黑体 CN Medium</vt:lpstr>
      <vt:lpstr>思源黑体 CN Normal</vt:lpstr>
      <vt:lpstr>Microsoft YaHei</vt:lpstr>
      <vt:lpstr>Microsoft YaHei</vt:lpstr>
      <vt:lpstr>Arial</vt:lpstr>
      <vt:lpstr>Calibri</vt:lpstr>
      <vt:lpstr>Lato</vt:lpstr>
      <vt:lpstr>Poppins</vt:lpstr>
      <vt:lpstr>Segoe UI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December</dc:creator>
  <cp:keywords/>
  <dc:description>generated using python-pptx</dc:description>
  <cp:lastModifiedBy>December</cp:lastModifiedBy>
  <cp:revision>25</cp:revision>
  <dcterms:created xsi:type="dcterms:W3CDTF">2013-01-27T09:14:16Z</dcterms:created>
  <dcterms:modified xsi:type="dcterms:W3CDTF">2026-06-17T14:04:13Z</dcterms:modified>
  <cp:category/>
</cp:coreProperties>
</file>

<file path=docProps/ms-ppt-slide-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2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3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4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5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6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7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8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9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0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1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2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3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4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59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0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1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2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3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4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5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6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7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

<file path=docProps/ms-ppt-slide-168.xml>����JFIFHH��C


��C		������	
��p	!1	AQ"2aq�tu�����#3678BRrs����$45UVWbv�����%CDSTd��&'9Fc�����Ee����(Gf����)����@!1q3AQ24a��"RS��#5BCr��$�b�%T���?ښ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
j�3TA�	7�����n�R���m=8�Q c}ҨܻE�ֹ�Z՛���ۦf}�v�╵45P�S���H��
h�E�4N��]��Of��}���GUMPu@TP5@AT'@�}⚔�i���WACM%ED��M.�Y�̒x�^*��5�^����H�,=������i�s7���i��7��j7����V��ƉҮ��Ch�ݭ����;4ό��:ۏ_��a�l;J�R���iǉ�G���o=��v[���Z�r�����1e�U���u��Nx�U�^=�C��w.�E]��Ky���ؔ�,ۈ�p�/�a��d�Vڥo#I1`�^^�9��N�W0dl�\��nۉ���������+�tX��������7�>p�\]�ȷ��CL���;��3L��v��o`[�W�:�5P�w�S:�[�-dg�m8�ǉw�fZFf�my��v���s��u0��u��E�M,�yh<���Hd��j�kn�a�_Ž�Wf�L���p<G2��+n*��L�U:h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Q&�"u��L�s^{Q�3ǛH`�Gp�CQX��:����x>>G�;[����3�{?7��s���G\{��ָKO���[c:�V\]��σ�ѣ�c�����5q��=�߰�"�Ҽ���Gz�y���
�͈/�����!l,��P�ƀ�-G'h��N�+o�{?sn"~2�ǂ4����ufb"#HpH�N"O4�W�A���*�5-�����v�<IO!���GP��~��֊��1�ަi���ɗ�n�9��Ll����+I&+�7�����wj�,}�˳¹�CO������W��Ó<`��p��G%�U��ѡ��TD]�t���+h��|{�E�t����yv>Պ���3�͜#��b�7	�K�/�7h�yl�3�#�UĴ�����:_�0�Ā������P���PP�v(�)��BOg>K;��˨�o��J	�w�6����6��<�h��C5�\C)����gK�Q���K��X_R�!��Gn3�#iԏ;��jY{�EŚu���-ɻr"����G�Glw�8�1L����=F��*O�A�qkt��R�����ª�7�����m��^s�����������fx�6�M4��8	�y�k�(8�p�:%�7����F��9�B=!T����i�*��_
�d���b`n�:,E=e#4��Dz��ţ�HY�m����*�ֲ�oge��]L���;�ݾc"8�Vtg���Ro�o:���[F>��</ӧ��e�E�u�k�������c�v�IJکh��&�R���7��권m����������?��:y�Dl�{uiy^&'�Vbc�×|��'��*'QU 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D�MP5P�G�����F��y��A�UL�5Ѡ�'N��Z�ʳ�ܫE�>%���6h����ݘb�_��_�iQ>��i�7�y ��{֩���mp��񃹙���&{�s�;Sf&9�KѳѻO�րi���d��7��-;+n�d�V���w["j��W��4�t�9�8���9�RI�uX�W_��E�tS�4��|U���:�Q��R	��D�9��>
b���K��U�,�x��ŉ+��cw[L�:��]o���)���=lf��̉���V�p�d�,;l���M=,R����s>�]��S]�j�s���E��Q3�z@h��*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�T{Ѭr5�qN����n�Q���]OAL�����1�yʥr��Z�!V݋��n���0f;�Wa�$6s>%�o�A��Y�#�uZ�V�b��(�R�p�O?+J��b����핏�w[�x0��:�K�xhex��֕���U���7����ҫ�n}�%r��^kd������O��WK#��q$��Y�v���\��u��o���1��Tx�%�iD��+�<�*�e���!d�&�߱��:G���W�\�?7���
����ª�
5L���������o��y��i�j���k�)�e�q���{�:�#�:�p�y������:n��+x����ۘ��&�g���ohf�;1�?����x��e��Sa�S�?��vq>O�U���5��,�fr�iVE]�����u�V��֮�PN��\���97��o��ȝnիy���Î͊"N��ZL��_��<��<��   "�R'CI�C��S���3�7j��Yt�ϣ���cA.}<.��ӉԴ=*�6.��)��޼�U٪������DH��������y�oz��f���{�j����#��g+�.u���WQ5@�U�A5=�*�SU!�@@@@@@@@ADP5Q��SyH�]1��}ƾ���L͏P9��5޷oת!Zݛ��Kt��>�Y_L�1����4�C%.��^�ât��j6&й�ٗ�=���C�eno߸��^cla���ul�G;R���i�,e}�[n�pj�]ݡЫ�Y�/wuı��2���s��Uz�U5‡
h�y��Sgñ�K�Β�ִ���f�wG3�:�/ڵ����-c޽:[�g�,)v���u�Z�G!w�,}[_��kei�{B�V��=�r�A�gmg߽��F�ß�z�`�*yڕㆳ�#��}��6MC=CK���u��Wֲ�_�m��_����v��丵Wk0����@�F����@@@@@@@@@@@@@@@@@@@@@@@@@@@@@@@@@@A����{����u"5�!�����/��p��SV4�go�q)����V''kbbƵկN,���ΫKv�O9�鎶��	 8m������@u�#�w�Q�ޙ�������4��w8�G�G�e���0't���[ri�d���	�t0h�5�jC+&u�\�~��88Qf�D����8�Ac��3r�D{�'�@@@@@@@M5:jSݡ�<i 8�^$���_
aJ��Qƹ�u���X��Zp�ҷM8���o���}d,��ӥO����8��ˑ�el7�.a^\�p6�.n�t��qc�Y���_�_'|�G�bj�������y/�����}��6����W��7^�n�2��7�*���n!����yk�D�S�T���U\g�_)<=,����k����^��m+��W�"|#���v�+>�PRAE��%��60OT�:4}z�4X��p�2���dQ۝x�>��|Q�\"�=_PZ�)誦�        Ez���^��ق��,����ڻ�?sGH�>Y����g�����@@@@@@@@@@@@@@@AMPP�;F�&b����
&�4�|����L����|+�ݷ�JmWW�.�R<�ڨ\{���j��k����l]�tO�]� #�B��<�GEC�z�O"x�!PuHB�R        �P)�=���x�لl�7[�dT4�ߒy���?��9�F��,�5ܝ"�X��\[�̡�om�w��=�Fm�K}s���J>�<;�Ԯy�7���m�p�������)����~�5^�wIX���uEΥ�/2��d;��H׃u�h���o�j�S.�����Of��o9�F*^i��y^x�8>��Yt���vVOl���w�y�s�UT]�i�Z�Sc�G���iqu���I0�R~�.�k^�j�r�i\��qVRqp��\^4�6\��T^o�����8���{���s�`
�#&�5r����Ľ�r-Y�Y�(͝�q.)���	k�-A�6�@�F�C��.@�Юu���nLя�<�]se�}�13g�>^�r��^jMM¦j����j�2����\I{�n޹~�nN��Vq���f�1���.4�y��54�re��eaIc&9}v�c�3����J���ꌪ4�lQMX7u�	m|r]ʞ1�%�bCn¶z��֮*}+�TL������R�z�4MuΑ
�m\�\[�N�(����t7Ņ��uTL$z��+�t��1����l���S(�=�\���s�>Q���;}V����-N�#�t���do{��G�q^1���:^�H�*en?f�q��>�K��ف`��ثY]A8�^��sk�6�v���|�yV���%�2�/aݛW��a�t�UD��]-��4w�J:�N���R��An��s�R�-�Ȼg�Mi�ۗ�b�Wk�DLƚ!�-t�Ԯm33:˲DDGyH�N�:�%y�֓���@'Dq�E@'����o����E=,�����'J��ւU��nz�̭ne�ٍnW��>٣21V㩰�M,.:u��m;G�8����vm�4ӧV����;t��8���'U>���m��h��t��8�yg��s��_�����{s=x2��/�����r�Jӯ���!k4y�~��bZ�V��rw�h_�F��e�5�X37K>�Pĺ:f�ߩԬݬ[>����i���vf:����449�_�DF����β����4=�&��}G�9Z��5���/GX��,�y������%��J��W�y�U��m�/�B��>M��c�4t��圯h��~oi\-D���xF�G���9�������[PN�����,^N��ōk���8[3>b,���xG�1��Ro�,/��`:6��.�ÿq�����d�TGkվa�EUqʹ�F�W�m��Bm���e��G�ԭz��f��j��m����lz�v��;�b��}�]k�fZ���X���]~�ɖn���n4��G���t��Ǯ�y�5C����z�uJ�<z=Z"E©�-]COx���W�Ow�=N5��L;�x��nxu-��N��ʹ�����Sʹ[U�0���G�{X��̬<�|[]P���i;���d-m��Z~�f����/���"g�k���s"�vK�C@g�y�O>�V�`�ޛ��LL5\�ȷTL�\��)�w���g�OIv��
+�HO-I�w���m��_+N�ZO��B����	��ǜqev�xjo]x�[�%]T�'SU	5R*�������ޯ4x~�Wr�T2���'M4�Ɓ�%R�r�T���D+Z�]�����ks?3��؉�~J\;J�(h5�Q˭{ϼ8.;���y�gNG'}�
�̳Uܞs�!�ֽ<a��9jq�Gr�g���b���W�9�I�p�0�h�v�kE?���U�>�Ȏ��'��UM�l1{�05/}�p��*�`��k6�ටi�W:Sz����Q���T�p-{f�9�q�;:-WE�b�ӌ+]�E�5�'^ۅ��k��>(]��wOG���ʺ���ׂ���1�/��L5_}�N)�h�2=ݧ�4�I�2oӍnn��x��2��f�k2֞q��8�<���Nshm�v��g������q���ngܙ��>��6ǳ���4����a��Ŧ��%L����s����m��8st�LG��эz�D�䳹��k׹�]����a2���<@j_-�v4y�f���d�͹�(S���N�^�g�>�n�|*;E�����|
f�]�ӊ�k\������[a��S�h��x!�ޘ�׋�GGF�=p�h<%qs��{��I˟oNUt�l����7#
��yUF�#܉>��S1�֠�S3)�����㪫fɇ]3����b'�l���v5��7g.�2=�˜o�1#&#�S?�|�K�8��!�H���:����og;��n7���!�x�~�cTs�����c��lv���Pк:H��:�84k�t
��5̊���g��c���➾,���2̛�K�(,mk���V�;��<{�-���e��CP��[>ϩ�S���XÛ[�s��u5--Gm�l:�K��`~��ڎ7k�}�V��_�_An#�+᝔2�<a�]&kwK�r:�8��8��=cba��]z�����Y:����GN���]��:{m���ƌ��&�7͠Yz1�[�)р��v����3>�z�U�=��h{��N���z�b<UԩAT<����M�����r���k�+�^����jY�#|˃]������wOEU%Q�+�<�*�e���!d�&�߱��:G���W�\�?7���
 �s4��U�r���a�C|)��9���F�,~^m�*;W�����;B�ǧY�#����X�K5�G�{1$4S?�ԭ���������y�m�7��N�X�4��òwK"�W۫�����=��qs�78�O��N��u��[��SB��ޢ$@SQ�NG$@@��q�z�f��&�j����yI�&0���K-C���w���	tm�"��g.\[��[.�ۙ����S��3j�&tMv��_�Ǫtefr�޴:��[��h*(g����y�A��:nб�Gj���q����vmɢ�<<�ξMO��*�D�(N���DM��E����C6�h��n��V��Gq ���з�;�LcS<g�GO�͙nՙr8S�:��擤pv]����<#YK���J��Zi1^6��OP-���sM�w��O]toC��������x7��\�tӝ_�/-6m��*[m54M�dT�5�h��[�j�
)�s��ߪj�T�ϛ��ЍA�U�5Q�r���Y�����b��,�\Ό6XΠ�׍Ө�*����]2������LD��<0��&F��Z<�h�";<!c35q�={��mɚݱ=
���+{[UX�t��V����s]�Ϛ�jg�su��ٱMf�g�tE���:��P5 �<���fgMf��&j�	����V�KU&!�4b��;[,6��Щ�x���n�>�����#`�Ew"5��q}��7o\�s٦8k�==�MAk����,4���������E�-Gf�ts��k�T�]S3>nÚ����Lk�N'NKS�Nŕ�u�+��sG<mf�ѹ�n�n�M@����*��+����khdڢm�\�g��v�#O�)��UÉl��/����<��9��=�}�\�z,Uڦ��or2��nc���q�E����<��a!�&�UW��u��w��zw�˧+ƌh=�o;�[��c�^L�����η�6�XF��U?��.�����C^���?�uW:��v�7X�o�u�C\���3��H]�o5�\k�%�����ۘ�F�C7GZx�A�d�v�[&���s^�N�)�b�UTG�v=���s��Ef'~j��ǫ��Q���$���s�<l+ ����U
���?�͢��7��8]�{1�����F�O;r�.��������.����^�G�?�)��>�)��݇<0��������)����8ع��L��k?EO�����z����>o��y�?���T��Hď䗪v<����C�T�v�n���t�'�y�x�sN�g~�v]Ȣ�i��B�ƻDkLĲޞ�s��D49���Z��A]&��w��α��u[��Th�2M�4�ޮ'���/}D�����'+\�澒�����6���7̸5�^���-wt�URU"�S��V[l�RO`��m]����|�,�{Eγ�{J�j           㼣�!�s�h{^LZDk.8�����ø4r�%#�Yﻐ�#�6���F�:�>�b�;�Z�G9�Mz�,kz�����|��ҟ�F���cy5��.I��w.�n���8;>�ε��ӣ�V\��"s�	ӆ�ն�[y����I=u\�FAO�{�ph�^՛�j�����M�j{Wj�f���`��5t�v��nk.�x���|�-[.6��ߎ�_f=�/3|0q�ͽj�s.X6�E�o�U<�P@��m�}�Z�k1��?�U���:Ϣ�{�]�9wL�%��V{�h��
�7g<e��|v�w�?�ʯa���a�x�?u[I����ë�QN��|)�O�[7����Бh��:I{[s��hg¬�n��>�R�[�|��-��b�_�:��I��bŬ�N�s����V
��dѬۘ�ϋ��Wt���3�0f!���%pu��Uk�o����#�j8�(൛����K��7l|�|�;Vk��<�k�����t׌=\1�n�2�Mw��Ko�ӻy�Dx�A�h<j��ɹ�TWnt�a��g6�ڿN�-�l�u�8��Go���= >��k�w�c�8������E�'nl�*��Gs��՚G5��Q�$<�H��}b�c<��#䉵���?�Y�<���Ҹ�ؽ7��|8>���h�����~+a���������~�;:�'���5��Ć����l�h�ˢ�\���f�˔O�ӃhqF��k�ִ;r�Li�&fgYs�zy��DI��C�<��'��cF�'��x������f���r��:�Sb�i}�T&���w5�+uq�<���ݛ�W+�}9��F6�T�(���쯎��������1�j[r�7p�Ӵo����V˰1c'.&�T�i�םVϘ�t����� o�c���UE�4@���p���+,��6W[���$R{���8 � �U���(�w#X��>E�K�z��T"4�.�|��[�%M�K`�oG,c�y�pw�F�}���;Zت4�������eQ:��:�S`�GU\È��
 Asm��J���Z���/2��f�oU{�2���S1�D��K���L�Ô�K#ih��I:�W�o{��ǽoظ��-Żp幹��������p\��`                                   �� ����>�u����n���������	���B�a3�Ƹ���M��(V��3.�[�mΚ�]�*�o_4�5�;Q��&���W:�����>y;\}�g^u���QO��$�w�}[Ur���"�wީ�U�_'�����9����Oht�{�x�2��TǾ�o�5�*�լ+�Ë��q��	��_ �H8����dov������v}��K�/�-ڵ��M��FM��������� �W�11Tk�����;T��������>�o���|���Gs_I]���u��R���\�WWԖ��z*�*��^���W�-�`��'�`�6������>O�r���Y���p�b����,��.�ݎ��U�v�7�M���ݻ��{��M��h��&�~�����Mͭ�G
c����[��\qe��v����W!�i�<\{�����߿^Eɹru�������Sj�i�U�s�y�<����M{0�y�u�3����lXq��7J���մ���3��홰.�ir�٧�sݵ�Vp������!70T�|���L?i���O��4�W��>n]�.�����LE�t����^��ί�~��w��v���n���$�H�
��N�`�6���|�S\���.��ۧ���O�U��[Y�nӪ�*�5]�5�O���c:�3E����j�-Rꈇi�������\�i��Tks�y:�����4���<��_��/9��s\\�AiG0V�\M��]B*��bh�Qy����߱�+��ޒ�k����I ������w�D+��ǯ�Q:L-2��eZ�WcX��6{��\���F�M}��*�Fݒ4s�w1�uy�Ųv�9�bg֎p��m��VD����YXVy���u�S�k}LÜq9��IT�ΔL�ۍk���u�u��YV㩨�I���qw��	~{W���}K�Y�<�Uo��|�Wa`���i�Kah? ���1U��s]��iķG���]E��@@ABtP-�ʑ���(���͵ո�D/V�\1�l���<r�G��󆧘w��x��p)�gY}Mٍ!U	K���tW�:�FLL��c�C�9��X�qtMշۯǓ���ڻv�xq����r�B������
I@NH9'�H�k��;���j�[�������n��k�:߀������B4� 68���;���`�t�V��j�+z"j�oO4�5���睊��߳..����0�8'f�#�/�挻����^I������~8U"���EO��3����z�c�R)�RYY��i��L�rT��VN�u�y��h��՜�+�%Zx�L_��\1x=�q�Y��\�ɷ4��-F��f</s}E$�$���������X��|b�.4Ȯ#�W��тy�գ�Ө(�x���&��}G�9Z�w5���/GX��,��e����u}Ik��������������y�oz��f���{�j����#��g+�.u���WQ5(���1����S����M4��hg�P�z�6��|�qb�yi�n5�����̸f�7��W��<�t����|/i�$�)��kͽ5�<<Glm�of�E�#����'�=+�u�z��(��Ʋ��-l�۠��XƓz����j��$�l҃���|��br�Ȏ|�ȷ�xꙫ�#����dm`�@;A��cHr���2��PSD-�b�wj}�"�T�X�
҈����[Etmk@���P?<y�[scS�D�X��n��[�^��ɫZ'�χ�|�x�	Ga��L��.�ڊ�*���+�)�*�)�� �%��uPk����#����76�+�]3�Ł�;6��Ū�Q��}���AE��t7{l¢������v�{�v�i�n.Q�_8dY��V�F�%��
�}�����y>!TowutU��S��+|�p;��]_Sc��i�*>��T�5�8��|������˝!˷縳�Sp.�㪠  ���3K�k������\�g��~K�j��������ޏ�p)}L�L>��~��̺N������w��O�L%�9��R     ��h��(�8�U@@@@@@@@@@@@@@@@@@@@@@@Az@?g`���|-\�{9���cq���s�[�Y�#�=l�d���o�O�����o��4�[&�٘�N�V�]�|�*�Ƿ4y�W�o�G?��/��'���B��4�����>��R��Y
�	C����j�����O�Y�e9�h����?O�y
��Q�����{����Ó��C��T<�1׸H���l��=���Cê�u����ψD�c�:��x�Wϛ�l�|ȷgի�6\K�dZ�T��xI\�YcN[;�p������GU���ɸI�[�=��j�W�ml9�g���,�jy1�U|�z��DK�ǟQ7�k�>I��#�����{�:�ͩf���.w׫��K]�=T�DȯT�x�Ֆ�0_ԅ��0|�W~��h�'�9^�s���ҸZ�(N�)���{�>j8C)�����q�>�\|�s�������7S�ݗۮsnG�|P�ʹ����$�!��Mȡ����ۼ�r�#I������l~V�w�ҷ����_��f�zv�Ь�����Hl��6���4p�DiL8|��:�� @@@@@@@AC�4h��k�m��l�x����N#�]�"�(ۣ`�<u��O�;�.a�[7�\�E��<ݟt��߷�;������FŤL:g3�����_4�5=~��S5������1�:;�J�[��ۦq랎9�{3�ܧ6��<'�%����r�㿂��x-PrA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����������������54��&�qR*����������T�T���*������������~������Z���s�����[�"玷�    )��;B'Ǹ�B�ʕ�n��:9��pƵ��&ϭ�<���\��P���:�S���l=�F�Wֶw�q6�wB[����0r�>�j��3�F�M�e��oT8�a�������������&���\�����o���Ld���7�nu�I��-��f�7��A����n
��<�}Gϥ9Ye�M6���8/1"f��6�[��nN��W�V��t��*j��W�y�U��m�/�B��>M��c�4t��圯h��~oi\-D�&��+�C~�V;%k�6��r��B�H{� �F����Y�e��ֆ�o{���PT�x��a �x��:�A��7�Ah^s�a˔���5ö��s��՗zxe���x#�]4����EQM+* ��H���{H�8�� �3?v��M��%��ˍc�w8��-��7TK�]��;BC� k�CÂ�r����|l۪�ȷG9A\�*1�5�_j��K]T�F�ڳ]�CCB�9�e_��S��kfbS��n��#���(�X,u���Ci���V���xY�:��A���u'�{�5��.�n��^M8��_��Ci�k�(r�Z��GUG�@�/yӵ�$�Wr�ŧ�Z�8>g�̯;"��'�����U ���������� ��#Q�&���֎��Ƽ�LoX��k�>�c��FU��W���rh�G8�����ڶ�[UYG3��g=��{�p����rh����-�2mSr��%�V��|5\�i����yd��tQT��������7I��l��EȖk�ӛ�r�^I�����k�4�Y�o����S�m`�.�I�6��^'�i�wJk�銡�ET�M50�ͽ*v��3�À�*��ޥ�*z���8��'��psldp<����"���+/qU���:�����z0�j@<�5�{�����M���i�����Qz�Gf}���>~���1}���������>��?��u�{p��e����_7��i4KHo�T��%VꈟK{������9���k�y�+�TW\��j���4π��%n�o9�93��ߙZ諩b�/Q�%;�{��o�-�`�8�7|a�oN��ږ�ӏ�)��e�����x��n�X�������������˿�����j>�������������˿�����i��������|����������~�}c��>��?��Tm՗�/������ŉ>(�����|���M��!��]4�Q[AQM��5�����R�Çr�t�񘟒�uv���몘�&'���A���`r�u�EPg����1(��\�qu;��8��oxCO-�`�;81U7|\�z6&Vӹn�x��^�>�������?Mm_X��j��tv�N����ҿ?V]����W���c��G���c��J�������W����Gi�����3e�?��v��6��6���kL}\��N����հb�їj.��-c3��{օ̮�KW2�ٕxR�^P�_n���j������̺0��[���B�X��K|�y{��|����X��������n���E��Ao��ˆ��K�>?���a����¬�ٙS��*��y�Gp���ʶ\�3-��|��n��b�8]����TAMQ��I���>����Ζ�J�OYS `:H�q�J��~݊{w*�V1�d�Y�j�s���U�I!��Wb9X�7�h�8���N�z�����x[�]��g�q�������q]L��f��@�N��K#G��i>����Wj��S�i��h�o\���gɶVi�Ķ�C'���y8�t�&|�������~S��6j��wF|�ؗ��y�z>S�*9�?z6��3&�Q�W5����h�C�gZ��fϭ1�[]�͟T~�X��m�;4f!~��뭕$3���RO��ŝ꧕������kf��?�9��r�0^�)/l��y!�w6��C���t��oj{�͋�0�J��4�̓�0��r���a�w�ЎK7�炡JD�O/Ӛŉ�j,������.u� :��޽����9hx�5/lb�N�U��Cc����芨�Jg�x��M�.���a����hC�r�t�'�����Z��N�Z�N��q�D޻�HX{gf�D�|W;}4n:��o����S�b*�\����|��)�+�����l|����m�x��ω����;����L�e�����Kap���xח[Na��fB����q?��%������,�4�]YO��f�1C�p�]�ۃ~���x˵�a��yu+=���nN�i��ڶ^�eZ�j�\U��8/1��aК�=x��B<n��8��0���<��-��e��u�TKF���ë�~��}�{U��T��EPC^���?�uW:��v�7X�o�u�C\���D���s�Wʕ��s��oϳY���s�WOq�sʁ��Z���(��ِtƬ�m��|���'�m���'�ө�i���=L-LY&�;�ה�og���:��Gel 4��O��_/�0}��Hr��j��Y*�����o� �S��-eʨ���F^�9��<��X�ܺ0�U�_*a^͙�r-����[��w��Y_M3�mQ��8�����4�w�|����}����3�!��~-�{�۵|e �N�C�Q���=�(�Ez���^��ۂ��,����ڻ�?sGH�>Y����g�����@A�n��omQ�@`qv��}WX�$�:g�츃���G@����)O��Ss-h=>���^c�h�$Frfu�'2��K��-�Z*���ް��jG���w���b[�`��0��'��WTVMR�����o=��}�;5?H�*�r{���(4�F�!t���`��1�3^���P�V�Z��u��ύ�v����pp<V���~��T}��v1~��h�8S�{4�\ny��h�9$�O4��{���u؎�-�{$A.a �&�{Xú@�m������Q��s]���X�cQ>�>����Â����i5�&��A�ɢ
�*]��H8��5A�H��9��T'@��� ��k�m,0�n��E���vԃ�ef��@���W&�<C��#�N�����0�c��(��h�y���McO5���K����)���!}�����>��8�#�$9���tڻvǽ鰨�ݣ�M���>ѹ�gXm�ϳ�[��Ů�l��v�r��e�������,s	c��=+6�PCj�/����6�-����}�Z�ͷ��E�ѵjh��><D�4F���h�H�8�&�������D���DA>B#���ft�r㩢�8�Y4^t����lscϬ��?,��7�ϣ�|��n�_&j[T`ͳ���oeR|���^�W�ܷK��%��Ǧu}:�Ñ���lG�����F��a��c
=�_�_Hg�hj
����a|�=�D�\缀2O`^&b��U<��k�)�(���j�ڤ�π�uSIl�����[O��|!洍��t���/�t���724���i��Bĸ��r\/�:��cΦZ���rv�����3ڹV������G��DD<�i���認|�c�E<�!����ϐ�|NR��qEV��j;*7�3D�\�`�R_�xd���m�$��?Cj��z�޾P��hi���z~k�^x�R(x�a�M�,0��{�kii�ݎ1�I3�����w��r��aۛ�gFC�}�Eb�g䁹ǵ>)�g���Kv�t�,���x���@�~��׳5���K�������z;u���0���i�|x�X��c��
^��'�p=�4�SA45�zAs��H�6���mtgVTR�X��N�|;
���w����+<�;�M���Ħ��;\���i��00��d�:j��*��$rc�`�y������ɘ��^n5�w^���x����&�׏%�p�=� �"�A5�����Q�s���o�u����XD5�o�@@@@D%��\O�\*V����Ύg�>�g�s.��"/�a��;�͇�������7��ѹ���]VM\�y$��1l��+���,�ȣ�!j8�1`�6�g����}��얺C�f�Mβ�V���̯VkG:>��m���E=Ν����Oyh;�\Ӂ���{&���W�0�0�5��8�v�9x�_3�_k"5tL:b.S1�
��2�V�Hu=XUT{"�S��V[l�RO`��m]����|�,�{Eγ�{J�j  ��L����0���0��*�Z�Na��Ǜ]�,ǰR���sm&&�lmݍ��`��^GW8� �v��{�����;jmWJH�)ei������|����9 �Lf?��7��Yd|��m���	�t`�M{��~��>�m,��g�!�x.�V����ti[QP�H4��5�ůh�pA�L������P~M���5����,)յ���������H^���5���y:ޫ��l�n����n_��Ys�u�|$NH�H⥯�v�f��0V��ˣ�E}º�M�Zֶ8⍠��$��G%�wzǢ¦�8ˀ�m�M��5�z��K��w�ۊ��hK|(�ճS�;��<�zV���O�bHq��)c{i��㭉�i����:�G��g��&y⻽����{-M��Sv�(t��-']{�������]U%�,�t�6\C*ou�d���G��.>d-��_Y�Eê�S�Z���ɤt�|BGj�h7[��t��Ͼ���.�vl���c��	���'�-������c]�	#�2Ι�ģ����(��ʢ�"����ķ]<��PL��:D2�jZ�a���
cV��=d���mC[�ƞa����-!�S����V�t�A
v��9��8��p����k�)�p�R!��y,��X��.��L�aR�M5vYX���UU��x��ڂ{��̃d;3g�6�7bǴ��lq\��hg�L����oGp(=|����&�c[�v�U9i �I�>,Q0q{Μ�!��(5͎zj����q�@׹���Z�O0�S�C��Ncy�t-~ݷͪo��<Q�m�n���SMG$�c��ߌ�Bx���Z^�؊�����������k���ø�Trv�[��h�[6���e��fD�q��	l�v�SCT)�d{�����rkG;WM�k����q����E���D�ٗ���i�1��K����{s�6�����0M��OS�rަ99�p�P�m��3cW���F��8=���.�������wA�9�a�v>nNUUۣXv����1p��v�&!���x��?M<�����6������>��_ѕ0���̩�̫M)���M4�V��dGIVH��Ob��9��?W�w�fWTQ8Ϲ幥�-<�ЬT�L�Sf���W�����z�Oρr��]]U6���=+$�d��u���p�_�a_Ι���^~�����Y5i�%��f��Jo�t��,����l?֍��{�:�j~����O���;C����e~/�|ꙩ�қ�]?���h~��e~/�|ꙩ�қ�]?���h~��e~/�|ꙫ�Ԕ�����O�;C�Z6T�W�u�[2�e��U]W�����'�4���ƴ��@�N��y�a�QL�U!������)��gN^l^pr<B���ہ2�f`�8f����,��{��۾;��r�����ș�N�>n����E95�3�>u<��Jo�t��+��9��d�Nʟ����3S��7��������֍�����榿RSK���#ag�'z6^��蛛4����E��F��Nd��k�C�s��8�;WL���1��v4��ƶ�U�͡r��֙���K6�X3l��-��T�.Ŭo�U�7Ӎv�%��ǥ�G���6�_X�lk>Qv��K�������v� ��}�E=]\̧���I%���cGI�T�-�5�<!�*�\QDk2�;Hm7[�����3IE�cv�կ� ����o��W�v�Y5M�3�.ۻ۹F1���?�h��C��I�<S����\�o�[�n��� ����v�!Ǚ஬b�ȫ�n�ec��c�ܽTDC?�͆1���}��ñ;�Z��v�C8���1�g"����Z&^��Z�b����֭�0�1�\�-ڪN�VE}�5��Y�{�b�^�Z���˯��#��N��`��H�7���LБ�R�;��W)[F�m�j�E��v��H�-k�$���{��V2��������W+��Vǻ5f^�Y�l����Rkm���@5. xM��ky[/�M:�p��]�����S�,\x)��6z����g�lf?��{YO�m]��5��C���6���?5ˢ��c�Q+?4�:ѕJ��v���������Lo�������[��7+d�v��~,Y���mlfvh_3_Ky�N\u-��c��Mc>̞%q�����f�����M����n�<|g�V��b�f��!P�h���+����T�Dk3�6e�Ș��]M,xr�&���l�ňx_���a[>�d��j��'hof]�s۪<��6Y��C�[\����pq��e����?y^�7#}�k��?����Tl���ow��.�Hꂸ�vqt�%iF�g�?j"a��~�W�6�T�7�O���08����I�*���j鉛U��1wފ�#"ޑ��8�~�7g[q���V5!�4n�k͎����BӲp�a�ٽ:��ϣ��V��LsdcUA:�	�s
b��{P����T��"�&<�|��
���[��2;«�w�����a+�l�v���P�Ӱ��w�6c�U?	IP�(h.JA5�����Q�s���o�u����XD5�o�@@@@Dx���\O�\*V����Ύe�>�g�s.��B��
f����1��~1_5�X��GF����a�N���Ke����f��r��N��f�#L�:���7��ګY�T��ھ���[]!ȳ}��Yd�Oқ�W�%��/ܳY����W:�_a���cF�k����A�u�S�	���_5Y��ãb�ۥ[�.�G��G���        G̽S��V[l�RO`��m]����|�,�{Eγ�{J�j  ��L��[�����U����΍�m�[}']�0�=ڑ�n�|"����I��A�O$wC�~_�w|��T�ai=QA��	�2�]�9��	��t�b'��7��Ki-��y*�w(�cK�} �F�xn�f��\��S��ui����7nݡ�'wCŬ���N�.��ۀ�}N;��X�ղL����4?�� �{kV�W��1�S[i�p�G|���_o7O(w]̵��t��2��Q�m���<�1�#P֗ަ9��ɱ��d��M�)�T��=խ��^'��T�3������׃���I�4z,z)�C��{��ܮ|�}�NH�\���6l_�mw�|��s*i۾�o2F���:9������n��a�1���e���qq�=ւO�h?;�'em�=3�ϗt	����������^g�F�2�`��r�`��k^�Ge1��{|S:��2��G̸�PB.�<�,��	e�Cz��]8�`���Ex�ix�4�ۣ�a�'��ØX��Ky��[_�T�cm�<}	���d-:��k�h��m_pFĖ�mw[��n�����t���F�n��i���:C�h�c���X�.$��`�����@�M����68���q���x������foM��<a�{MN_u����p����s$kx�ֱ�q�4׊<�{۰�=�*�h�����U�Atp�
��s��ڇ�K�u<\4¹��������_B��:���9c-#B��4�4�����o���C����%�	%��n����'@\yr�����ؓmͷ���h}����=f�I�Ma�sVGIܒCۺ��N�6ɐ[/���>�ǅl��64T�jal����I$#^$�4kA�x�\e����{�l��^-{�T�ƕ�|n������"���o�`�V�^�;N�Ͽ�׾�W����QD��seM���&!�G������+Eؾ��#5"�4��W@�[�+��.a�����\r�F�-�#ٟ+�,��������"�mv�F��x.��\nZ���VL9����g��%~'c\�*H�s��g:�����Քz20F�lo����6��KZ=MR<��~���'��D�V!��C�oFZ���RN�(a�k!psN��N>eo�ڪ'�^�SM�*�8j�6���Iq�Ğ���*������������uJ���������������]�3>�ξi�Jq�uW���8 v��h�mq_�5� �k���l���>�k����T�&?��r�����0�>�Ls�J/�:���f�ߎ��I�	�y���U�J�J��A�6���ݽ�I��Z���_�r�/�t����1�Q���!����cY�������z�����l�@A�^*=�B��3�[��lc�-��#�Yc��I�Bܷ�v��^��ՙ��Y�?���KbF�NȎ?��=���c��D�Bg��ː[6ݳ����2Ij�0�vJ��_9�<�ǀ=��ϲv-���w8PҶ���ٔͻ_j�����2�嵝��=l��O��`�I]�Oy���<;4��a�ţ�j�!�33�3����+��W�y���@S�9���@ӈ��Q:L�N�9��.a�l�m�;����B���H�5����w�h4Xݍ��=�Εy�m���;��Z��,�����-g�M#%���*w����hi#^�3bߡ�M�(`�oz{����3�zܕ���񬫆��j��PB�$�;�Z��B�\�5U<!R�f���cY�����Z����U2G6�F]����׌�}ӹ����6�ѫ:��3�c��-��4��h���W���1r׹6���ܳ��o�J[u��J��P���q�?�ˊ�f�w��tF�+[�4cZ����!?v}�vѕ���{�Q]qK�ָoEFy�?m��|8h5׫쭉o��r5���[wx�m+�n��o�������ӣKT)�!:(8B��p[9��V���ٯ�L���ǎB����mp��Gg��o.��r5_��_��lU���խ���;�Nb�l���M��C\���^dv8r#���B�Kg׳��5r��{kѵ���p�9ǽa�,plZ|^�ĵ�;[�vɌ5�36h�;H<A�pЫ�[�c^����ģ7��	��2�Q��i�'��};f�����'=��ߧ&�7i�|˗�^%���Ι�q+��������~������Z���s�����[�"玷�    "<R�`_�'��?�+z�N��G2ߟf��9�Nq�	9 ���'W�"?�l��|����\�:7��ث���vj�]4��)��D���n���g?�Q�֩�����_�H~M���/f��w;ڮ�t�U��LE{��OܰZ�t�_}s����b�q�����X#H�����o���M��%�1�J�D!�.�oԇG��
�Ѐ���������O�z���^��ۂ��,����ڻ�?sGH�>Y����g�����@A�����%(�,�A�Kn^X��&���x��P��Z#��B2Hڮ����]uv���[MY�M5��z�ǗV�]t�mO��B׀�U�}��,΍���FC������vx./����vO��G{��0_���ڠ9�>:}4�gx�<-k�{�Y���}��qߔH�j�'������~M��Ο>��s��j�cA��.1�g\ڦ_Bn�=��F�Z���o�rdFg���<����V�k\B����2ۥ��]���ʹ�?�}����,^�r�����W��u�w�Pi��9����c^�l���XN�$z	����D?���M��d�q��v���Й7����n�x��L��ꛢ�����9�u�3|ҝ��{ORM��{�2�E��N�XE���?TWz�Q��z��w}r�#���x��<u�2��[;��0��R������h]�unд�H �[���)bȰ�f�W�e9�ӉX諣f��#S�/��sA���l9��miƸN����@�q�,4��d�k�}��:9�G7HF��8�\ٯ�i�S���Q���K�i��(,��#�G��?�eb���Wі�3�u����c�\2�o���*��bv�4� j-U�y8Ķ�����-}"?f�����Yp���jƻ<��?}���U��
�O=uo�/A*/�[����P����V�yOXj$x���op�WWԸ��At�[}X��`S�������ސ�����)�޺[���sJ��k�=����l�g����^��U���O�����|�K�W%	L.�����̺F�z����w��O�LE��9��`ͳ���oeR|���~�W�ܷK��%��ǥ�sTsA�m�~�����|��;��4�{ޯ�u�[;Pc����eVZ]/,s}ps}MB�}������\|�+�3#����������E�8s��aTTKWQ,��馕�I$��縝K��$�O�q+��ڦ��_I[�M�"�1�8>j��&N��&js�GD��l�`Oq�o��~�ܼ�Sܳ�gU��}���7�lS����~�\"?�eV[-��ۭ����R�ء�&��4r.�j�6i�(�!��۵ޮnW:̻�*�))@D(�4 �hն�f�`j\/G)em��LG�ҳM�:}�-n��$�-?x�~���i�5s��wCg}//��(�����J����yjtQ���N�qM���N+����N���-�x�9�q�g���t�n�̋6�"�}���q��3�zp�Oا���)wBݜ뙢 �4@�F�@R0�ԙade]��}���Wѽ���j�ƃS��F���Z��§/�c�g���Vu�
�O����cX��q1Wڃ�DF��z&��x��د�Ri}����z�<���yJ�ۯ�ڵV<�..-��So"���p�%�>�ޜ�*�����~������Z���s�����[�"玷�    "<R�`_�'��?�+z�N��G2ߟf��9�Nq�	9(��wM��(F�Q������ F��to�
5�WV0��$k����4��)[��c%���i���4�ȣ���a!p[����K��j��٭�ϟ�W�Y:�N���a��^��������{�?�sg��E]�(����O/�r����H���Mo �m�:>��Ѐ���������O�z���^��ۂ��,����ڻ�?sGH�>Y����g�����@A������%h�,�A�|��{��o�j+���g��1���m�	��[��\�	N��<����
��6%ۗh̵�X�����m���=�q�Q�����C	˵A�ZHh�b��0D���h�5�h�i��~�N����DU�>A�}����$��W�{c=y���#�n���+v�[��k�UmS�]ꖰ=���'@��N���!m�ڪ=͒dҘ=�e���%���:�l�:�I@̒2uAЍA�+�Z��t>Z�]�����μ�8~���-��CJ�皚���=�d`�9�Q�UQI�[/���S]�\�Q��6�#K\c|a�%��:8pA�·���¨��~��F�w��Pk#�G!+��3�V�G�Cfc��~��X�{����q 8���jdގ]�p�fe]��k��y`�e��8a�@��r��������y �w\Yg�۟_r���P��GT��1����v�:i�1t��v��\%�2ɲb+M������|�G��cC����E��G.i6{�L3�K�Q�����$t�����yh禃�c)��/���^0~'��S�֗S��eL.#Ė'�;��<ڠ��-CUl�?�2�;�V��Z����_�V��Ֆk�@�����k�Rd-��%�z��u���dM8���H(!���C�-�,x��B[i}���ǈ���BD���^ >H����B��f�Xh#C�0��f�F��fcj�$<�2u@#Pt�~�ٓ�p�RbJ������G-���Y���� �c�I$�ó���������ɍs�u����9�p���n�P���zؘ�˽7�u�=1-�v=�򖁾�����G�l,�Yp��zg�uu�7a��zy%��B���j#k��cI�<� ��&s*�w�N���F.�+�T}s[,l|�do-$�/���W����AYO]#�'IM+dk^֝��F��*���+Y�)�K��`�%�򮯩1��z
��*���ž���G��t�۽!˷빳�So�t�U��?[\W�M_�=Z�{=�ퟒ�ڭu?8j~�����\
_S9(����?����.����n5�����o�b)3l��-��T�.Ŭo�U�7-��+GIk�q�}��lb�m?�5�(���/�����}!����kn�r�5��xe&���gh<�r�w��i�B����v�ӏO(��{��f������"��y�ut��iq<I=�LD���T�4̶]�fXǖ_n��6��\�Y\�8�5�5���Na��O���;{hU�3j��#�eu�k�
H5���5���{���%��x�S���Z�k�oXd��۹?I̫���&���&Χ^uq��B�g���s]Y[���y�b���u�-dǏ�����A���{;�4Z�a��d`�\��86�CG$�0G,���@=�ܨ�(�)����5�5U�]���@@@AB�G�=�ED�Dđ=�-Qff�	f&%�C⧢��-��Vw5�n�_*�[FߢʹO�L�����>���i�z����f#͛v<�N�煶T)�T�RH��]��O�j���k2#�ph�ߍU��5�z��b����*��U ����~������Z���s�����[�"玷�    !	A�7�{Yʕ�n�s��oϳZ�˧8Ȁ������H�9р��巫v�TAW-0�籤�[���\�|�~�tFU�3Lrm[hQ�>��)G����#���.����j�.�kI���t�+��I>y�����r�'p�ۆ����F����HqL���v��O���Wk��1����;.p��s���vl��������Q��7�*�k�O/�+�h�I�e�ҸE��.�G����/OB
;�>e�oz��n���{�j����#��g+�.u���WQ&�G��]��bی�ƭÂ���Ԯ�������{|i�[��DZ]c���k���IK9�ww|����ٮ��ደ�5�Wk�!Qm���GQ�;ѽ��~<xAv*�*ٲ5��~�����)�4�O�iZK���:��5wwGɭѠ�m������V<C3fm��h;�棬&G?{{xp���ȂX�|6p��X������������:����;5��O*s�;�>� �j�p��#+�m�{9�j�u����l\��ڤ�278�CA$y�����^.F�K�Ľ��W��3��*�װ\���x��x��Mx.�f{V�t>W����~oWt6�K��y����L$=dv�䨨��vK1ч]8�xj�(6�f���;If�/m-%+)!�����{N� ��mͲ�n?;�1���M��[����-�����o�~��k-wJH.��]OQKS�9�p��sO0Gbr�C���y��e�*8e�q��k�n��'k��s4���C�� Ɣ}��x����������ۯ���oscq��/`L���֌ɉ1����\�i9�0p�����������w���J�6*���4����U8ˡ�Yﯨ�y�Fh^��z���u�#���� �`.�����vefC*�����id�TL�u?F���{�(6g�0�-p���l�%�-Ѭh�u�I<K�N���>`ͣ04�_�Emw]MSܨ���H�ͧN��P�\د��Y�/��E����2���5�u|GG;@D*n�le������������i5C�^��d��;���{N��%s>L�Ŧjϵ/3M8wp\2gY���� NoI����W�T��[%k�-��gsZ�f�Q>]V����U~P�[�z)ǢϜ���t�X�Փ�=����q</��t�1�#��=�z9{�����%��8��|�a�Ƴ�l{Ȏz�禨�׀x��H�Oݙ�
}��x���W���t���j��16G˼�$��'R�_���g���5�<V����U��&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[3PP�)��M5����Y����]��n�7:�ø��Z��v��I�r�{�m���|Tǔ|VZ�3�+�!p�q�oa�\��)�P�����ៀ,�Ǳ��(��]����۵D�3Eh.����\��@@@@@@@D<�Eqm��q�{�m���R��n��U�E~��U�B��޽E�񘆤k+����[R�����g���K�}�WȪn]����8�z;Q�*��a#��Q~��k�m\4��o���k̯��p`�V�1D_��s�9��M�Ƿn�f{S�OrqQf�ڇ�L�t��Z�珌8��r?���56�j�,���_~>0}#���I�Sg�֡���ΟH�����2?���56�j�,���_~>0}#���I�Sg�֡���ΟH�����2?���56�j�,��~�k����d~_	)�~�P�Ig�O�Y�����?	S����C�&?Σ�g�q�}"?�?	k�j�)�ϜO-,������89�>��R��U�v��9uv�u��;:�nD��؝k��{d�tv����r�#���|��Ym�Wc6�^�n��6e�#ɴ���wg��4 ����~������Z���s�����[�"玷�    !	?�A�0q7����[��w�:9��{5��ǽ��8ɽ�)���:�d4T8�=
5A����S��ר�}�N�#�Q4��ȉכf�R�WM|���Q��R0p�����v�G�۱i��X��l}�ؘ�~xxK֍��ؒk�N:r\v�o"�j��D�3	�٥��Gm4?��L/e��_?�]޲ɶo��ɏ��;�&���H~���ƻ:[N�F�S��9\���
���yx0jN�:�����;/]�-S��m��EȪ���h����ީ�i���(����y�U��m�/�B��>M��c�4t��圯h��~oi\-Dӊ
�����
hU��ֶ��<j^��}<�=��F�y�rM�������;{;O)�`e�x7�@�yLp��<i�m oGd��|�y�n�9\����h��̻�q(����kٜ|��<Y1e�$�PQ��ñ:� ��Z����zPp�N�q��AV��u:�F�T���m�um�"����\Օ�0k��k�?;е�����#���Ե�v���Q�ɮ��_B(��O4���w1}軁|!�`d����wR��;���q���zո��0�r���^:��ߙ�������
��������X�[�\�yWWԸ��=Er�[}X��`S�����}�ސ������)�޺[����������+�����r������{��V����5?�c���./���	����c��Q|Y�H�_R�ߎ��I�	���1�����O�b�7��*�������ظ����j�h6��6��ϔ]�w����{��N���ݫgi�?W��b�ֻŦ��c�֓���&�Ś���5��O��|Z��GK#�y�{�s��+�^��v����=>��4Ǆ8�\$f���W��±�WP������yn{�F�UO�9�����QG��΋����R       �!�v��4�#���֚��iaڱ[R���<���OkhX�����c�\7^>��E� �7�qn�ą�+�g�ΊuQM|*�z����>�猼ͪyhu����1S�k�ҟEG�ֿ����=-zOEG�ֿ����=-zOEG�ֿ����=-zOEG�ֿ����=-zOEG�ֿ����=-ϼ�EG��k����Rn��S���%�RI=��MSW5H�������Χ��iZts+��?��W�3�M�c6�k�w����^��������Tפ�v�G��η�����7��a�<u�F�v�5�f}��E�
��E��2Ih����o�È^+�W�4z[�jŇo2�ryO�H�91H�A������h}�h��|���>*h�O@?��W���C����,_9|������?�o�����hO��ab������-�ѿ�K�o�������>2�.����'ղ����H�������>��zH��Ə77~�bb��Y��
Kl���n�	x�i�k�c�q]�f���6"��hY�1k�.C�d͗���e)�N^�
�vɦ��b��j�̣�Ό�2Z/W{5?���j(�$�\��|�������w��Ŏ:��v��ٳ~xy�,9C�m���КXIh~�����qt�8�Ƿ�_6b���G)�_���cGGz�Y1���57%m���}UL�XȢ�I>���Kޜk�xqj�k3-�aޢ���W:DBڇ,���"�%AmE�K}G[0���3��{V?d�����U��Z�9�/��Z�r覞j��|Q�\��=]��wOHUSU"�S��V[m��R6O`��m]����|�,�{Eγ�{*�j    �
oq(($���ڂ������RO=(<z�m`���=����d��4�8.A6�m��_��v���ɨ�u,���u��4�5��+��M����:��ߙ��&xsEE��ι�Q����W�閷�m��Z�5������wo�}����q}�?��7�l���8W�$��Z�������ULt��,��cK�#�hI$�O� �f՝.,���ጧ����Jrb�U8�t/�DMn�r�j�j8 ��:���u�y�{�1�qd)�n���_@�.|IAfõnuC!|y����4.n ��ؗE�9��X�a|k��q5��fT��$̓��ͦ���%φ�Pq{�����y�]�vn��Xan6�Q�٨i�ݥ����F��[uw�Y�P��_kL�ښk�n3�R�b��1Cg��6*x�!ڿx��87����v-zo�4�j<]Sr1;UܿTr�G�����ǒ�'��`�a��rN��Xz�����dz��|ۡv-߱�p⯽����dM��U��K�W�N&���v�r���r�j���2�����pq���լ��q[3O_{0����ך|9���v��w�,�p���ӣ��\��������5A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ճKO[�!�-q[�Ͷ��?عYgN��:K#���Y��~p�
��s����//iG�0h�X���؇.:u�}�8��ޟ�˷녋=g��Mi�;v��GF�ɵ��C�]-�_:Leb��CMz�TJ�Q�W�|�9�������H(P;T_��pȬa����j5Xm��w4�g��+=Z�w2���E��3	�b'Qz�j�Ϥ��OAN�^Gn�0��W�ۧ��;5y#�O��vj�;T���f�#�O������>b��^I���'f�$v��W�ۧ��a��O�i�U��
��E���J�~�w����|��]�=X|�<���{tAMuA�5�����Q�s���o�u����XD5�o�@@@@S�bg]+#&0�nG^t��-sl�ڢ��jƴR̮��G��{�����LP��[��h���T�݊�R��>G�7��D�qN���`�g]�nF���i��TS��;���+i؛n�ʽL���>���gQ11��&0�-��ۡ���KL�^E��\;
�;g�Y֢��'�r��j�k�w!u�;e` q��e|%kˋ�M#eԐ�ᦈ�e�����蜣HL�X:����i�F���y(��1���ǔ@������Q�NV�Q���ܻÝ/�>���R�y���T��־��|�T�Dx�̽S��V[l�RO`��m]����|�,�{Eγ�{J�j    �U��I�O3!�&��$�kZ9�O ;�B-��W�)*�-J93��/��n���uG��0��A3g�W=�j�-7�\i�9���L�.�<5��:@��0�̂7�|���ι���m�/Onᖶ�4�����H,��_P��^����q'�(2Vθ��{3mѽ�e=�9x\<� v�е���U��Ŷn�g�3�
�&����_CG�S<S>��"fp>m����"�^��� 4I�����bZ|�m;���l���F��	������lLL�ZAk�������9;�;Pj��m
�t��<!pt�1��ӿ��pmp�P7L�s't��];�'�4� v2͍�Zj�~��V��>�px��k�@��L#�08�F���z�͍�nq?h.r�H3�F6�ٗ���X��aJ�D�{�t��r'o��XN�]�Aӱе��H!I~��:e�>µBw�b�EP��۩<W�9=�V������4<�VN��#��G=�;�s�I<I<�]8�#Y�7r?	;e���V��T4��;��vh��|��3�r���Wf~�p��;���,"�Zy�ŮGѴ�.ź�5��MCL7�*�d��8��|���-أ�V�7b͚�O�L���5�7��4���*�}�{&��cl�G�({ƿ�]�נ�M����w�*�w��T���,:��٢�Z;��v���mu2PܨfeM5L'G�+Ǵ��A�r˛�V*�Xj�]Lh�nV�Z��Ӫ�H��7N��� �/��wc��J��������H�[��^�*��������R�`�[�
�z�wO����~��=e6��Kq�PZ�����~����ծW�����/p}���S���Lz>���3��0�>�Ls�J/�2���V�[����?�0����"�@@A�6���ݽ�I��Z���_�r�/�t����1�Q���!����cY�������z�����l�>V�bR��bZf�]5��0i18+,��c\�t��'��k�������ƕL>��:�/
�I����`�Ԓٮ�ֶ�ZS�*���3t����o� ռn�Q�s�o��Ks�(�p����2���VK̾�WH�uĮ��o�-Tԓ	`����O�Ŏ��&e�����U¯f����JaϚ	9o�&���B	�gLUl3�Y���U3��|�Y`��g-_=8:8�ދN~"��,eeǘr���*{Ś�����@��a����`�P{h8���I�(��hv
�����]-s�3uX��N�W:3�t�Vz�Xn�p���)��`M���;-&��p��l��7�y�v����5�w��\�'M9×����ڛ5�k3�Q�c�G�������'�[���>�ߴ�?���pff-�{]'���Ae|�O���x߇G�,�ū�)/�F�ىo�|����1e��x��� ��S,m�f5�d���xts�5�W����|	�9��Z�2�2�	�/f�G��E>���q�y�����|e��5�?�k7�|_��B��8��3?����-p�i?2�mG���S�X߇��g�U�6��o0r_j<[�0u��g�Q���F0��Q};�$qԒx��/����6�lp��|Q���ί�%���6����A��8�'��o���>���[?��k����_Ï��O7�j��?�u~�-��ٵ��d�/��������|\���u������״�5�Z�q~�SX��L[����eQ٪��u\�m+�&O�SA�¾�c���m+�&O�UA�"6ۇ;s�j+�1�9��`����њ
H���=�𣉮�@<A���p�:�k��;���j�[�������n��k�:߀�������_O_��\�lMt���#hڮ���m��D2q�t�~2����K����]���r>�h�Q~����='�/_@����̹����Jq��d�L$�b|��y�8��S���?آpr~�}�'��;;��7����}'�J&j�:.�T�>����M�	��~�7��|�fػO;d߉�&i�h�S�D���3��{T���ҿQ��x��k�x_D��Q�b.�9^N=�[�n�/8�4j�֯�V5�AɭAȵ��F�*��}G�9Ze�t��/GX��492��=y���שOASUW����y�U�[l��R6O`��m]����|�,ew�:��쫅������|��-�n���#��(��x��<����o{��̠���] ��i��]���al��c����-�}[����^h"��_�zծ�]|�ACn����w�OM���S؂He�F�f3j`�2X�\���~��z�t�u�{_B�f�i�;�����-�,.�}\��{�##�z6����)���6�J�%Eϫ-p:�ᵺ�5S�1<�-ܪ�q]<�noa)�k�v�-��j�d!�<�.ii ��:h�f�ƜL��������ͧ;��>z��̹G#���c�Ǵ�5�qk�GAA����S��nS4��Gf]�x��ͪ��V9�bw�Gs]��Tl��!�F�� 5�{':3q���9�tۻ2���Ufy'se��>Efy5��H  ��7���}��=N��o��xp$e�h8� J��0�7k�n���C�7Z�k*f���{�yq$�Oj��6E���
`�\�[�g5X@sh��h{	ty]�A�'�8Zׄ,v�=����i���)(�c��4h�ӿ�S��=g7xi� ��h�tО<� ����8xy5<�~v������{�P���V��n�S@z�	:k�\t�I)�r�Ȝ�v<��	�ߵ��QVH��<V8�ww,�Ό,j���O&׻�2���N��i�K�kڙ������G�(���g������5#��u���T�Ǔ�w���t[v�����K1���~ЌlO��?j���l�Z�3o.1��d�^h�I6��x����k�p�.�˃�x�c��є�����
V�#dp���a5VjwK�n�qp�R2F��X�0q��陖)�	���54�竫�5����ֻ��t�k�nʖ6���4v�Aտ���=�'�*�����z�Q#�o�.	{����\~枂��J��>�qo�)�Q�}�>��Hr���l����]-�U@@@Ak����SW�V�^�s�g����_�O����1������J����1��(�,ˤn��[�o�k����[����A�?�v�U'˱k��~M�t����Z�\z_@�5G4؇�O�g�.û��K���'_Hg�x����ʪ�S��s^����
�v��J�������jCY�����j���5R�;^�<������Ȯ�)}A�s��ۮ<br�������<)�p\kEMҮ(᮫k�OP\	���=���3i�	�����:�����V��*w��k�jfU�m����k��ӂG�vG�<�ic��[nk��i���ntRR=��K�5�$)�<�U�ݝj�7��9��&���6V�5�
Pui�ѯz	�����f�}I��ˋ�Kc����-�*���:o�psx����=S*bd���1�k��湧���(>r�{��5}��9-�*rҮ�z�O�o����������>A�kx�E�U�Kb�s����貭ܟ	��\\�y��9޸5�{�/�l�۵M~p��<�:m��ڷ����0ԑj�X�~���5���ǁ{
�7b��Ȫ��g;�Ks��z����?���7*��}�hi>��WTq!�]Y���t�{��Q��m?Z�9K{����r�9���V��'r��v(�MW	�$�q� ծ�9�xξ��P}q��2��}����t?�F�)R��YS���+�F��'@���3��-9M����<|�)����M����΂�8�؟���8�؟���8��)q?�"�J�vl��ya�~�⬽��l��U���i�"����n��R@A��I��B�k��;���j�[�������n��k�:߀������Q�?�um�猱$�9�m�:K^�<���v-�]��bcO9�K��Ʒتc��X��R��F��WK�5�ç�㱗���|A��GJ?�я�T�5�Ï����ğ��/�z���4�z�=�Ï����ğ��°�Jo���G��q�>�����|߅i��7����>���q�O��?~.2�7���r�?2�8�?>Ҳ'���}��0���h;���)�[Ʊn>�^D�?�i���hși�hn���ʫ�E�؍:(U]u�WM#H`%zxwZ8 䂇�"^=�����$�i����Wx��c����G�pk������S�TՄȯT�x�Ֆ�0_ԅ��0|�W~��h�'�9^�s���ҸZ�<�O���:�q��ka��m�>����ጊ&�\�Orm��5�j�ɚ���C����;%�{t1���l��ڃ�;I���h�^H%>�[�ݪ��u�I0��~�E�X����T��w���o��A����W-�t�2���z:��ٮӁ-t�8�LF�97A�A��;����'�A�pi��Q��;��B-���F�����[z�汼_NO�w�J�w�gzk_H�8�>���V1�>�rxU˪�\����,����|��O��� =mA�nIÁ��N�A�Yݓ����O�<�m͑F�ƚc׎R�[g\���̊�c��
��i-ʙ�G5����u��x\K\Oe�v��EtN�/��1�bݛ7cI�������=�UYl�� �}!7ʌ=��h��8�clm0sO�g�7�������OBͪ
͠q�d��JL6���7>���٫A76�PSDV&���a��B@�yda=�k��m�i�g�����*���y��y$�IT/]�Ź�rt�]c��ʻ�F�)���yK��Zl[�տ�uL��r�WڻB��~k�X��#cl�6f4[�s�Wr�s�-�c�9���Ȣc���dl�ty��E���<^.\��3]\����e>\Q[�`j��u���\<_3F��]�d�F4S�<�8�ͥ;K2������l���7NK8ן6�֐{Gn�t��Դ�4'�A͍�v ���h�Ǔ�B�wWE[]�=a������U��.?sOAQ\�V�V8���(���{w�9v�w6z�m���㪠   ��G�k������\�g����^��U���O�����|�K�g%a�}x���_e�7WԭƷ㿵��a����E ���m����{*��ص���
�&�_�h�-v.=/�c����lC����Ƴ�a��a������3��fj{Ƹ�����Y�u����ݘۄD��x׿}�?���7�˚�������}#g�L���ֱ-��W֖�Z*�j W</l����:��rm܊��Q�j����Ki�C���7/���"�gk&o	{�����2�˱M�|ʹ���ʮ�^ç��,�{� ŭ�s�,Y��nxs� ��nQj��Y��~�Ť���mm�'�o=n�Z7�Q`�cnj�������ױ�s~�<�`V;��j�ti��Fl쟅%��l�;��w��!�DH�Ћ�PJ�qѧ�� �I�ؓd>\E�p�g���(�����A@uk��^�{4s�� �3��8u=�4��N��y]~n$��st�4���{x�0n|�w_H\?k��>e�|�Wқ&2�m��V��k�.1|���|}o�d���c�׀;N㝧�E�����E�)bv�'Ӱ�X�s��k���VSH�i獲���C�F���]Ί�%1U<�2�Dڮh��;%�Q�ҸYhn�삶�
�Y#&du6F��ps���A�������q��w���_JW٭��C�$h#�kH�[�����n�����s��>�T߹��:��Ͼ��7�}��[�:q��4A�5�����Q�s���o�u����XD5�o�@@@D
^��$��F6?�����?�+x�]b�zy9��θ��ޛ&�����aAnf���
�{<��=@�ܚ#���a��⧭���Q����(��������׀�Ȥ����>�
��䈗��>�o���|���Os_I]���u��R��[�\�/�-z��URU"�S��V[l�RO`��m]����|�,�{Eγ�{J�j ��h}�j�j��o�{@k��;�!|n�]u��=���8w�Pj�ė:	K�f�u[T�A76�K��d��؁]N����v������ �>�֬��,vK|�U-����`lp�8������h� �
i�D��m$7
Y�j#l�J���j״�>B��DWN��+�*�D�0־�-S���H�c�������#�n��"~��F�qݳ�j���z��wv�;O)�~�<&?���+\ѸN�x�O�*��K63µm��C*�+��ds�9;�G=�����c��k�w8۟ѥ��߷����\.Cn�'������<O)�����R�7��9�kKOj�2-��-ΰ�yX���ͫѤ��'��Y����D�I89Fg���������]J����߯^`��}��F�q`��+�p�qP�9���\Uj�X�]v����R�t�н���h�q$��ȷ�D�rt��.%�ˑj�:̴ѕ9?C�P�Y)m]�S��I;�����v�ٯhUا�N��w~�ˣ�s�s��kX����΂�#�)M��E��t��iǭ�o"���tÁ��Y��y����*k�ʹ#��onڊ)�3�}ow��M���.��9�˗.i	SP�5A�����{O�U��]mw����G��0\�yWWԸ��=Er�[��8���(���{w�9v�w6z�m�[���PS_"��APP[����~����ծW�����/p}���S���Lz>���3��0�>�Ls�J/�2���V�[����?�0�[�����R)��*
��?�v�U'˱k��~M�t����Z�\z_@�5G4؇�O�g�.û��K���'_Hg���v�G,]�r혂���as�ph�L�:��ѯ�0��Gxp~���)�Oɼ�Ҍ<�C_�_���ri��_ByϹ��T�Q���֛�۸n�#D�<𤛓e���ރ޶���>�s���g�s��ؿO��Q���cɰ��lѵ�ps��u�WW�u�a�f4��u�ڽxh��7M���	�",x����ݽ��l����(��wN��7'г#���̈́x,�:�L��STC����ờ��;im��i*�q�Q������x���y�ns\��9�>:���uҨ�jw;QOL����k}:�d�QgK#r�񞹧��=�_v�l]yi-�!�Y]�&�������#�]�%p.v�4�;m#l�C��\��<���I�{\�@.w�8S=��#�'Vܽ��ׇr}���k���	������4�ط;�Z��n�VѴ��#���y�G����|�t��ڞ���\�1����b͛��j>���O��ڭ�xC�9sS��$A�O�b�A�)_f�;�䑠�8Xi��̇�9��t~(�'(���\ot6�)#�����S6����Mh�>eN���1<��]q3Lk���5Txr@@@@@Az@?g`���|-\�{9���cq���s�[TsA�Yp�����
��uЈ\�ǐ��⪢#���dZ�ƹ�+f�{�Lޮ�[ł�Q%e3i�MIN�����Q��OJ�v&����U]���7�(ڴQj�QÎ���)���OL0z����.�v��������
b!�e������������_�9ng</�G���/?[���n����~��������w������{��ȞW#�|N��6���8�Q��g���U�������:q�_G�(�O��Q�W'����ڶ����T�8r�SWR�آd0��/�9yU�6�b�܋v�Y���{�n�Ȉ�e��1����ZH%��N�5o�1-Jt���y���^�_A�PP�D<,y����䜭r;��J����|ږo�<˃]���%�R���J���oz��n���{�j����#��c+���~oe\-�6.�TGݯ�I�Om��K[U+΍dQ���>@A���\͸gib�ir{�W{�������3����jj�g��Z+u������Dѩ|�pk[�$ �읐v��2G��X�k���:����$��{@>�0 ̣�
�  ��h�J�̜�����^��)�𣕼$�A�������<�f%��Sj�sd03�l��߳<c�kg5����X�[=�-�]KX�Du1�9�ǽ��ȸ�������W���6���v��IG?Ykɝ�^BqB�ˬ�ĹWu�z��p�ԲxpN4�G����Y<-��ݙ���-�����oS���/p&�8R�i��Zi�w( |������v7sv����.���X�{�ˑm-��Ğ�?ۧ�b��l��O�Va�sG8��1�^�g[U5Qs�Q:���nZ�.S1=[k����ύ���[1E-��1��_E!��!�-���������mY��;Tף�j���`b��/��U�\�L����+��͐�=��A>L�I���������GH��޴t��%����alu[/k ���=ɸ*wo[��1�X��*�mS3�.��H%������%v�� !��z�Dg����������v-D�b;S��6~��diVD�#����eb,μz�nRV�8E�a�kɌ��繛B�u]��:���8�2�Śt���V���33
z�fa��g&]�.�A�&��[�맡���j�ɮ.{���Mt��v.ƫ2�KsԆ��;~��nmY��?�O�za�&�AOEE�1u%<b(���N�1�h��u�tE�b�cHpz�Ur����e*vr�#m=���8Z��Ikmt�]�&G6�a��F9�Oi�{�M���̶۪j�tpD�\5qiq��H�r��d�<�F�&2�c�N���Ӈ��]�Aҋ�YۙV`��n���OO%m,��s�ql��O �cF��;F�:W��;�����P����V�yOXj$x���/w�u}K����TW)/�&#��+�6��n��m5��W[3a�1�?���[��w�zC���sg��Y��ߓYzji0���z���G�RhA�OIլp+���1⎚�kU[7��^X�)�}q���V��KK}�$�0����gme6�&�[�ZGv�������5x򒲔߰�ҵ߮D����h?�(%M��d�bI%�s��7@'�_��w1�ʂZc�-�)�m��RTYj��x]���w���s+\�g����^��U���T�����|�K�g%^lY>����A��Idpk���.'���]'u}J�o~;�]'�:��ҩ��K5U��SU��K�a��)Z�t!�.��c^������k1�]e`���(����y�f`�1kI�4)���7:��V�-_	p"��/�Aݼׂ�,e�M�`���[��g����k��F�|#�˽�{�sysA:�l���=�Ń�$N���>�q��gO��;�u,.6�xvB]t�J���nŬo�U�7-��+GIk�q�}
�h6��6��ϔ]�w����{��N����gj�D��$2�I�Z�8j0W����i�R�MUQ1U<���G%'��k(���×:k|��8��	5gg{t<t+�m��V�O�<�ӿ��٧icE������lF��s�7/"�f'Rt�4H��6���xi��&l�<6���OF;��`�<Ga�h�=�������4��9���j35�Í+�4�¸�ˍ�1ܬW*{���X�����|��U��Y4v�U��db�ŮmަbZ�鳼R�/���g�Փ]�������K�����
�j�K<`�v�Rk&�u�iO�y�TOt#FF�G��N��	�Py����K[r����!�稐1���Q�v�Qڮt�[Vk�TQn5�B�����٭�n�{a�MU��c�����&������w�N:�;7x��\[���t=��Wk�7�>�yx��_a�N�ֶGg���h�����M���O(�mC�#cm.�{�6�I �ڜ���IR��&&�cǚ�E�d���f�a�?[WDY���7�k��B<��+��5Z��}��s"��|�Z���:倱E��v��[G!c�n���W���G�N��s1jÿU��Jl��y��ߵ�W���rd�x��u��*�g����"�'�7��sH�A^��]���'IP�j��M���Jnd6ض�GOMd��Gk�4㹻���<�>����O!tݕ��k"t���Ŷ���Īoa�j�/�i=OQLQ���)ǰ�"h[�UDLK�M3L�O7�z@���#���:R~�|w�:�#A�m$�X���b|���cI:<�y��Qn����n���v(�f[��=�p��Z%�w07}P�YI��i�+P��;�4��R�vf��e�W��)�Q�+�fN�X:�nRW����Ɵ8���c�7y�Z�u�ͣn��kż�=���vE�,Q�	����y2��䀀����t����߃��Z���O����r��""�.��Oq����f�i�+��-�%}k-�WT2��y�նy���p�H8�^�5�6��q�2������E5�U1��"Q���������z����s nӑ��{����&��(�*v���i�!t�I�
v�J=K868|�qa*�]s�g\Ms�W\*������z*|�w��u�3ϝ�{U*E�|�y+e?���|Ub�|�	*y����N�qM>N��q<\J�������IO>~��"'���eJjY�uqRR���f;���ğ��Y<K�W"ը�*�c[��'�E�n���ox��P7g���Fy<���l=�ofZ���\�������Lp�z�R�7y�[o�Z���G�?"pN�ΐ��@��<�f4�	�׋��>o�M85��pU�����r���b��J����|ڙo�<˃\ӷ:y������_%U5Q�)^���W�-�೮��>M��c�4t��圯h��~om\-D/�2&˭��k)�,5x�Z{RE���郵�WC�?|h6O��t��(ۚU�k����4����ѫ�C!�A�u�n��9���Q�z���Q���#-,Y���_)D�;fp��=��#�<�!Xe��̷ع�}��v.ٖ�3�g�G�u#p�=��]ao�{� �G{ǰ�r���/`���O��l}��ڔ�:�k�b���V��i"��2)���+���}��r�����eDMx��լ����W���cK�D�K"���=�u�S���N������V��:�i���k�w[f]�o�x�췂��[�c�[8?*��̏/��w;g�(�_X6`��*��s�H�^j�l�������Ι��^��#05���gw�9�{�%Y\���9�ӧJ����>����An���!����� �0qand]�:�T�?k͘Ҋc���%u�y	ˊ9��i��H����S��3oh�,0��Xq��/���4�o�p��;u�m���^��O
|���noM�h��,�W��+\�j�����M%ML�/�Y	s�Oi+�۷E�b�#H��z���˓�˨#p�A��U���l�(��+�2;�L]}�7�9���u������=�]�2��7�O*��<Q�Aѿ���=�'�*�����z�Q#�o�.	{����\~枂��`m�je�X�d�lRU�d�;�~�nMN�r����.�/ߞ��YE��<�E�����]q��n��J�7����8kÓA�^�٫6c�������޼�j7u��s��s×;̊�o�����]�v�:��^	�
��n�"Z�M���\���I�/p}���S�a�Lz>���3���6������}ޮ��w{�P��Y[�-��x��c���^��V����{�o�yB+�_��;�o�Z��8B���1Y��yA1�SI9��OU�g���t�����)�R���j�=C��u�AcMI-+�x��������`�`��}����ƚ���z�$�H*i�1��uk�A�A�L���㟙w˜~����=K=�1�������&kF�#@�	�Pu�7��*������y��K��5G4؇�O�g�.û��K���'_Hg���4�[��֜�µ��=m,�V��Ǌ�����-�Z�w!��ͻ��E�3�?V�s'/�;��o��e���Ip����g����<}W�;2��&8y����f�ֵ�:U�a�/�b�'�p����.�`ۃk�wJ�MP��R�Y��:suyc*�/51�Xٴv/�Sim�j����S�-T����<Q� �;y�,��wS�P֭�y�mƗ#��2w7�s=�Հjv?�8�|O�J24􇬵�o��Oń���?��|#�ݫl�#��[��t�PX�#��p�xRI�㏄�=�k�]��#����Ż3��F�?��mύ�|v�m�����y[�������|���љ�ܜKs����������<yY�Ay����A<���F������쌪��V��f�`�ٱn!�7�o�+k<.�+��b�]�~��~ܼ�ڝ-���o�\�/���x̯�[.��K"�֨��N����u� �^�6s2́�N��m-�T��a+kYM��#&	_ಡ����C�{��gl�s��Qj~����U��s������{�-�6���� }5T1��G1Ø+�ݵ]���I�}�z��"��%�Tt�sW�x�<SY�ҥ��完�ߪ �_Qͤ���;P5���ڹx�E��0�hN�m��&l��|b:F�0ݾ�@�~�gӓ��x{�l�w����5i���ULٹ�^+��*�e��Q����{�XW�Z��;�;�z'�����R����6�?x���4�ڼW�t��-~�����~4��hI�8&ş��y�EG+k�B�&-��8�t#�$��x�U��ʪ4��6�a۝n�k�r��BɅ`��Z�.�0�;�����dd�j�s-�f�aƖ-�=u����<�(�#�#l��<0g�Y͋�[�ַ�f6]�)l�{�k��S��T��    �� ?��w��>�u�_���gq�^��o����EIEM-eT��^�8�u%hV��rt�5�ԯ_�f����"�.6.Ƙ��U_���Kzʒ��@�<x��;�ׅ�y�����D�勏�8�n~��IG��-�,������ɜEu�I���Vh�<��V�q1#^γ���ß�3W�>P�sұ��h�x��f��-;$|�^�����=�A�K�DSn9i�9�-�Į�f�'��=4�d���W8�+�N���m���m5����{���_O'M����x�ȫE��q��j���>�?N���.y*�*|]]?O��A_��SS���O)X|��z�y=�3��:�2t���{�UG�֓3_q�������S�#��'�]���Mȷn8ʍ��cQ7/p�f�	�Y�鋝�5�a�i�g�Z{��]�a�{2�UTkr\gk�����<(�Q���	h�l�%�k+��B``$]��C�B��|��|:��P�*�. x��������ڶ�)�j���3�+e]�5��Ҙ�+��u}m��U1a�zh�y`�o9��<�N�-�_��Es�NE�Ez�q�3Z97�;���ef�6����et2�9.�x]�ѐK�Oc���x,.����n.�j���/�WU�8>5��ٍr��u�Nښ�mN�iе�'j��p<SN]��I�nxh�1���Sj�i11��y���nz�����=MT@@@@@@@@w"�S��V[g�O�	�4�@��&����Q�>O�r����O��J�j�ft�bA�[�\Uʪ����sc��k���}҃Qd�x��'BNl8w2�<��OWIm�����c_$��S� �䂨8�ޠ<��>�k��g�����UB�\�Z��<��ۢ�:U­��ڮ*�t�~~�D�0!�a�_N똷UKF��@l�1��:���0y�Zn�ݫW��<�g��Ѷ^�]�����G�8al������u��v���ܕ������r�ZV����hu=���د�.u��b��y�TO!y�H'$i3�Ng"�t�H8�@sSMS�0�5�O�:2F��cj	.PZ$�Zc�Ӻ��,s�`#y�����2{bee�=�#ͫm���֞�j�����;?�2���L�Z-A΍�S����	�:�]bcaiT�j�9�NS�7�/hL�D�i�ǰ��cm�2�Ɉ-t��=mt����D%�f�����@>p��|�k�w�س!�F�E��~����u�r��r����w�D_��D�Yi����l�B�o�V�3�����dv����A�"^�.���{o�r����ί��������42��7�O*��<F��tq���|B�_��g���5��o�pK��]_Rc�4���Cd�Ĕ8J�k���q��>
jJX̒�#���1��q$߷O����~;�]e1�I蒰بh�.u7��˚�b����ҞzT=�Y�8j�Cw��Ҝm��'����GnÖ;}��6����Ҳ���4h�9y{�{��9�;�����������Kb�_����t��1�<Ə� ��N�E�eO]z�y݃o�{l�2�j]�N�5��{As-֎(%ն�_��a��t�S\m�IԵ��H�G5�8j�k���:O�{��V����5��c���./��������ImH��{��W�����w�%���w�E�g=ϊ�2�߄����[%YA?�~�o�X��6,l�݇�6K|M���L�#��@A����P`ݡv7����U����vsO����u;���5$�?x{����٧콙�8[7����v�����렑��p���iq�Hu�hv��o�QQ����Z�/���_6�_�(��)q�}����!����cY�������z�����l�@AMs��<LG�,�A��|����L�R�*�^��Aq�<;���<V^/ƹO�lU{�*�
Ɔ).��c�w�k�ai��k"�ۻĮ��]��j�as���_��Ua�����sIq�}��W@5广�];����5\�h���_o�C��}�K9q٫����+'��F��ơ�:���U��ΕF��E�.��'W%OEX�"t8�bg��|E��������5'@�G���2��ga̿���pc'y�p�s��x#�:i��yVogl����U4�ל�ͫ��0�UMu�����7b,YCIfW�V�"�^���������{�=-���b|9�X��z����-0�j'v�pB���4q<�|�UZ��g�^k���9A�4�Cr��V��G��!��q�
O�'�Ai�9����V�\q�/Un�u]�W�u��� 'P�.�X��/k7�\�R�zjI�O��qԵ�����F>Ч�
��V���2��'Z|����
f��\�Un�%�2fp�'��-�yW/��98=�֟8v}��q6�:�V��+���i1Ͱ��ư��Ʊ�8�	��'CQ^I��D��<�/�|9��/�]!�]���0���|�8�t#S��!e�6^NguG6;ma����|XS���K���U-%��u�>�Nڗ���Z|ϐ�>�tm��-aL\�:��{ky�mf͸��?�8���ߵ�����w�$l4��L�����kh�?��1�e�䦣�6[��������Î��L�r�B�taic��*K����l�mނ��;f�A�sI�Dv ��uA��\��8+�u2�$6��E�I�{C�M�i˖�u�il�s����]<6����+���8���Z��o�6�0I�w�3O�l�jx����Nǹ��О�ZSr�̈�����uU���\��|�t��l���=}���-���=��-�\S�pg�դ�Q�v6�<b�c�0���󗷝�G�l�<���k]�{F�Ů5��c.l��S�V��¹�x��f���V��BpւHek�O���P|��o�Tݮ&��4o;�)��1=��Ze��N<{8�E4M1�s�fx<|GQ#-ǪwW$�6=�ټ��}����=>Ei�eR'�MS������4t�}�����TU�G���!�Ⱦ��ظV�Sn5�Ȳ��i�Z�74��z�d���L)l?̗��y�#��-o�9�{�}F�'�R����x��pyz8'x6����Zj0��2_�~���8G��?�P��Z٧����'d`�������zW�e�5����,�t���H#v�ڒt�*�vv.<���+L����^��.�^-p�<���3͋��v��#�z��9�5Y�Ŝ�9Mfh{[Y{�i�p�u�����Z����m��~��l[c^ڗ~�
#���(��1eξ�v�ue}X.�W8�ocG`���+w2�nG��<uw,l;8v=�t����w��%�o�p�6�����H|�����}�^�ʮ��C�^��in��o��g�\������w#\���B�9�u���
7�m����YF��˼�4<w<kϴ*��R�sDz���y{&�|Q]\*�8��ܦ��Lϛj�����y{Q�)�/ts���Ym�8�+f'��䚻�/qGH|���7?�~k�rW+EH���麘��c5�m����4C_y�O4��b�|�X�ポ�e��O��        ��p��-�-���`�Y��-��Z�Y�։�qk����:��b�h�U�֙���6]ˬod�������ZX���<��w�tx�Kx�F������Y�m��8�(���Ŏ/�Z���ϊ�(���Ut͜�߼}���[�ԯFՏ��F�m��l�{5^�-o���v���,ѲI��l��xt��n��w��o%��uoG�[/k}�U?��0�lګ�Ƨ�0���Q�����o�2l��m]�.� �GWl��>�X^��ԓ��}W�󇚷�
#X������f�W[�[�G��q��]Q��&>�z1����jg��ûaZ�^o�;�÷��2���xg�!el��=�]�'}3nwT���fL�x���p�=C�ڙ�L�iͯy.o���c��\^舖����s{�1�q�@��a��NYH��_�ۗ�O�_�!�:~�<���_ɥA���o������n�ě�܃��w����3�1A z;�������ʃ�4��d�vUR��X�ic�x#B��LWL�/T�4�G�J} �n�|��B���Kns�8��*���xpf�.eǹk��0j�j�x��w�h�LS�Ffm1��v����3T}^���[6����\������Z�w0b���pl��И��P�<�����g�d0�m���j�m�����r*�D�0�hbʰo� �
 ���y�(:w�E=��[n�k�MW��Ж=����p%S�LWL�<��ݺ�\WO8�~{t�����G6�]kc��=QRdk>�Y����yڵ߫�1ò��{6��me�q�?�)Ǔ��O��u?[6��L���mM����w5��;�kc����`p��k7��n��Y\L84�Y�"X=��26��ߝtn�4#�6#��ѠAT�]���}(�K�;0^�0��_�v��9όahҦ={���k�b�LWq�wȮ���dm{#�4p �>B�rq��ۛWc����.�ދ�gI����Ŗ��3N�������Mu��oB�7�������'�kB�}_���ls�{O��dm��,�g��VI��}_���D�V��Oѓ0_Yr�2�a�}-���a�/;�:��x�Y�l{x�z;q�����λ7�N�J����T����`��	9�Ts. ��GZ2�̌I�=h�TRGĘC��$���}:+�|���,�&������0��+���	�̻���&���{0���N&O���cZBղ7^����ZCt��\�Q��;R�9m�pvtԲ�f��U��Ͷ�]-h�N�'��t'�X��Z�z�j�Q��&~ݹ�R��3tU��y��4�u[}Y�]}s��	�;T�	c���.�8���b�N��O�V�7��R���a� ��y��=��QR��s�~*���J?�����ߋ��կ����?.p[���_^j��ݟ��<�80�ZVŋ�0��u����{G.;\�<���ۛw�q&hb뜺V]��!�@5�܂��Of4��UuW:�:���t�W)���Q�-Q88j45q�<$?Iٕ�A�e^��	��z����ѵ�,;��~�G7]D}�k���$6c̝��O���b��O���EG�|��A�jO����
��&'�K5�=�q��G-[�H��_մ�ˁ(>�ˡ3�4?�M��Is.��t�a�q<8���^���UL3�;Sm�24S�(�R=��l���y�y���4�J+���i�N�+�6'�6�F�;�:�;u��8�9+���'���}ͫy��b)��Ql����������e4=�l�t�z��A�s�j{�Z���Ӎ��m���3���?4��lg�����g��.���SKWO4��D��1�%����u�?�ud��\I��Lö͆s�«�3�;������_��;��'�.����Y���i��c����=�sF�]�^��7��z��P�i��+�,�����bj�k �1�J�&�My�G7��{�d��nW3�b�o�ڣKv���n�C�>4�΃b�)��v�<�4����l�u��g�����hek\�=�V�d����`��[Q&�c��\���W��f���4�Mn��=��W�xٻ50�5EM�.qE<L�kL��S��zSc�馤��,O�AĲF���<P|��2���Pc�1[.�6��jy$k�m��Jփ����]8�5�{oe}�p��z�E`��w��e���A7q��c�ծ�:��x��A�=
�״�4�s
&"����,_�vi��{�%e�**��ۏ�����HXl����ƪ8���{{haiM��1�<Q��!x��'·�nq�"��ުN|�ƭ�tZ�V��Oz�������N]�=��qv�9yuu��i��VրZ4s7�wÛ�t�F�E�fb]ů��:~&}�Ib�c]L7j�}u����OsU��6�5�_ͻs�Ge؞��67WJ�5��ЍAvw��ͪq���G���WOgNl�o�o�ɾ��*�:���Ի��ox��ӵ:�۩�zfb4��i�F�Dڜ/m���S$G�Ь��v=j"6&��دԹ1�.�-�셭�f�k����1��AY7����h�]ܫ��U��v[���j��j�v�y��Q:M=-�o6ƕL���\���Ob'�]EeU�! �T����XtNpG}om`܍b�&��m+3��Ê��\� ��%��#�̫`�!Fv5�V���w6~]�^���+���*���CRߺ�@���n�UD�k)�U��t�,���zl��ͪt&��VLT4�����wcGj�mm�k��<������w�:S�n�~����]��V������Nƴ}�@��ͻ�rnW.�k�Y�D<���C��t�
���r#޼�1ٝ\%���x
x��j�W�[�t>kϏ�w�Yf�!,iW�<�iŸ.�u�.q|W-;zu�8ѷ�ǵ���5 9?��{ˇS�D˺ۧZ"�1����)H����������O�{��<W��l8i�l����&����Q�-e�M��
�h����j7�� 1�WI���esu�M�A��Ĕ��a�;gLM"�K)'�O�A�q�Ppy�O8A���w	3�0d��n.ӻ�̜Z�X�-ڊ64�嗀�s%�9��.�����p�ͧ���У���⚡:I���%7�&�)~}�lk�3�٘��~Up�:�A��>��T&2�����r'���r����+�1R$7GO٧�~���4�?B�x�� 怃���S7_bM�nA�z��������=�f�U�f���A�g��2�����Y_9"
X_<�N�Z\~�+���|���Q��dt��.U��n��{�hӳF�<�ֺrK���-�����69��s��P�5�)�G(���D�C��f��ZmT�4��*JX�1�M��5�zN\����UH  ������m6t�f;��ׄ0|5;��A���:����x��p��x��x��P~��8r�,���a��@��[��"GT��ϐ�D#���D�G�ӿ�JO��<��T����)@���R���v_�\~�u}g��*)w]p;�9��5!���Jɩ�n䰼������]X�l?�V_�uK+���PO�H\7}'OqN�������7�E 9)J�0.ֻ'�6���;��p�����^�-�c�#�O�t�r��w�l�<~n1F���� ���	jQ#���w��[Wl�P�u�T��-c�dU3�<od�G{���!��i� ��9!5�9�V����a
�e&�cnQ�����ff����9!��$�H�5�iծ#��М��=�8�D�9Mp��9�YU�0c�lM���%u�������]���O%<���!�15�بoz�{����R�R�>9�pկi�Q����P|������~]1s��]��i�[9ӻ�R:V��U��K]EQ-%e4���\Z��ӫ\�8�s`�����̷z���p��[�dguғ�R��ǿC�+A<��7��pˌ7E��͞��f�n�=B8�;N��=�:��P\Z �>)���_b��^���[UtF�:������9���;h��c�l���Kf�g�����2Hw�L柢R���f�-'�\;ASe3�@���9�7#����9Uyˋ�g]p�҉��x^���w�K���	�؟�Q�h�p�<�	�Q]X�q�qP��S�%�<��T�[�{4e�v��2���Ĳ4V��GT�"fh��yj�m~�{�E�kq�_KU�0]92VQL�m��ۈ�lc���ѧ,�'P�7ly���f���$�g8R^(���op��v��;|�ND��Y.�W�E��Pں
�YQOQ�l����x=���h��@@@@A���L"��;��b�X�7���?�_�ڸ��L�z�<�Gv�c����!��6�r.y�J�OY���G"��wh�C���Y׬	=�1-=Cjc/p�~��<���bdNUȵ�W��Ӥ�\��b'y³�+�����	�2��/��wp�ٝ+�Qchb�p�\<���&�y(���Q�ӂ��r%5�<%�ѱ�W1�=�h*fu�"8;�WZ�s7(�j���4��{� +�2nۏ�:-nbc���v�q](*n��P����QP�	�H�'N���oƗj�l��X�mQ/����}��U�آ|uQ�����͑�H#���Sf�j��N�QU3L�e�1��~�:�?��ƳZj��mñtL]�V�4p�s|�̢�ʮQru�Օ����b)}��Gl�|si���VV��ǟ^4`��^]=�Q.�s�5��
��Z�k�Sts�UQ� ���X͹��s��ݙ�z2ws�2���b#O	��v���F��2��5��r�GTN��MS��4,�i��@@@@@@@@@>+�����^������l����&����Q�-e�E��
�������K����z�j�h	��tq�=��w�{�ms�+����U���zK����!����׫�JiաPyX����;��2(i���I�cX��I� ��b�F"�\.�n�����R;\������c<��Jh=U5e�!:�����r/�I�T����(��bS~Yϑ�c}	^���O3��n5������ß䜃��r����+�1A!�:~�<���_ɥA���o�4>.����o�r����ί��������42��7�O*��<F��b}�qVٛ4n�/1��a��"p᣺�hP~me�t��&?D����g��.�ֻem|ŕ�k���{Q�-s@@@@A�S�	���?I�!��l�pw[@�J��Ӱ|$���#B_49혶�z*,w�i(��l0��v���ƍִ;@}�xl��1W�������f�����j?I����\�~�����&*����$�3�<��'�y���XST:y��丹�Ԓy�{PfM��/�m[�1�=��tm�w" i�P~��7�B�:qA]4AB�{t.�Z;��7
8+�gn���1�"���s �8A����,����ܸ�u>t�]�����K�ke���s�io����5�א��κ v����Vd����n�d�����f�S@��.n���:x�6��p�RMAi�|(?.��>���[�]8�=�H�LgGjF�v �l�t�)��Gl���2�q��䨨h�����y7H@4AT\PFN����6�L���n
S�(��⺘�9}�]kt�%��?>�D��˃���Pz�SRb
�\�#^��u�7��H�˹��u�h��
 ��],uP��2X^\��\Ђ;A�;uA�ޑ��)�t���,���¸�3t������8�`F?]<� ��q�� �7FVkŎ�C����#uu�i�k!���Ž�oT�� ��>r�A6���͘��|���Ʒ�#����wb;[>����ΓQ�\�����b^]����hʢ�F��Ə���|�np�s�_�SC_4�UCD{��f���+�_En��b����߻b�U[�I�^.%�+�H�-=�z��㭎�f��7jҰY;#�vg��0��?b&��{�3lC��I�54�����QQ�`�w���Q�݌�z͙���c]����g�`�E�o8J��^�uv��t��ǽ���w���^ſ�=���x���ʧ�f�����+]t_��\TQ���<������D���gI�fu��"q�i�'>�     "H�"�Wy��=g��Ym�}Jٽ�M�M]����>Z�����?5���U"���Ԙ�d;�m;L�8n����2-�:6��(�(�����<h�ڂZ�af�ʭ�0���K�:�KZ�d�З�	}�ɨo����w��rAT'@�/��yY�68{$k.����f�{�|	;xi���CP~~�4:q����9j�w�����q5���3���������$����A�����4����(��bS~Yϑ�c}	^���O3��n5������ß䜃��r����+�1A!�:~�<���_ɥA���o�4>.����o�r����ί��������42��7�O*��|F��`ݷ��6D�ִqr������?9��?��A7:�Á��õ�}�%�c:�/�49������Ӥ��Z-��%�7t�W���0��45�	�A��폱��b
Lo�#����]$�m�X���M@r_������S�d�s������?�Q����g?�@��G1�8k����������s�d�s������^�'��r�7pn.��X~���v��MͿ##xq�i�U��A�������[��Ӳ��v����	�|r4���
̮=²`lmÓ��Mh�TP>M������t��w_J�g\k>^g��t�
y-��Y�hpkL���xx�(?KT��Ai��6�{�>�x���(?4�K��^Й�c���W���V�ݡA����[���:�6�w����'IO$1�1��FѣZ��<���#�a�ỵ���KWG4��!�s����ˋ�X����a텔�k���r���S��3O�>�8��H5��[������[=}�j7M�:��b׻y���+x�b=�.	�k�)d�I�&�y���4���M?��r�>r���a����͊=N�ؚ?�C��n�����q���!�"�7���\߾�F�=Q��j��l��O"4ǹ�1,�ֺO��}1G�OGη�ʺ�'Y���TQ{�����m�4rR��)���CS{H�Ъ7,ۻ\�^�֯ݱWj�S�`�s�V��l֖�ᚷo8
'oA�yk��n�k+wq/�4}���{3�~�sǿ�������
�&�2�Q�tu�S���&7�v�s��Z�V��Y�m���[��a�қ�4��|X6�f��V���CSm�kC�=\.�@"Z�Y��z�yL�v����6�����Vм��&��<DԙӘ�Gk�'�1�&����p���q���R<�^^)�(�d��W������Es�b�˞���X���ķ7+�L�vH��$r_�������=��������oۯ\Lzz���9��F�N5�ôl��)ic%���-.�CZ5��(�-SǄh�.zJ�c�ίh/P����c\/A����!eE��E5TO�������v��?4Y��W��|I���-�Y+������k���sw\>��j��Y�4��S:���V��::7���p=���]�����S#,�9X.ឤ��4�`�`����Gp�:��>R�u���K=-�FǙ��I�vz��̓��k�!̖��:���6�#���� +����A�އ���d����uU���z����87��ˀt�O�69s�PFN����3��M�d?>G���%�{3�<�ʣA��2�����r����§�������4��&��Z/�d�x���f��I�M�?/W�:��?�����ʿl��<�?CL��A�6����N`��!��;m0x�R�]�A������	�ʂFtxf2�k�������Vպ�R���Y;4�/�A���8�H�J�/���A��<1Sc���4"8.�j*�^�`c.?���pz
�FƟ싕�*`���[�ם]�L]N�|13�h�wB�@��t �Z

����q(?8[e���mM��о7�;U�?�����9n8��Kޞz�"cGk�+@A���@�j!�ǎ65�w��~��XG.�hc�C��&�k"��55�6����1��K���A)�t3�#N�c���(?MY'�c�l��ؚ)�m��IVd��/tM�^�B�xX��I�0u��_(���[�*�&?iq��w�P~^�8�w�yA#�;p�V$�+,b�n�����	�p�����J�F�{�>�8��k{��
<��vm#/��IQ��lPi��ɦ�4�8�؃d��K9����SV��E<-�^H�ǻ���A�9|_Jw�Y#5��[#?(�q���i��ۡ�����<�<W.�o��Y����#��VkeF����epǹ�0�n&�_��}+oԥ������e�[}
���o$j*�!�3���xJˋhM%��Gu�'^����G#�����f�ir����W��Y�b}҅�R�.����8r����VINe2�7@ �;R9��b��˅g�U��W]�]���5�ȝb>(�W�멆�c����}ŤQ�Mz�����3�幎�ŮiiMЫ�����LO'jR      "I�R�,�~��-��Ws�<DT��W{�][Ž~t�L���f><v�W��Kc��ġ��R�a�}A.�M��C�u�;ul���{�\#��2��4��O�f�X����|;-�n��t틪���i��˟�ژQ��Ÿ�x3�h~�Ɯ�4�0�"����Z��k������e,���C�1g�R{[Fe�6�W���)poG�]�u׃�ӫ-[>�<�'����Ӛ!]Pqs��{jǦeyf��:�����1Q7]�8AT|��Ot|�(5W�k��ȂI�5��~��+�E~����mН\X�<`��f��[�������ɘ�Vى0����������̑��r-<AH. x j��)�8�D�m�~�"�����3.�e3q�F���v<F�g��!����S�������e�Y\\缒\��I�T?f<��m'��,l�*�����))��S��s�~��~���/i��jF�Zm����S���(�ѯo��'Ru%��*�2t�}���Jo� A��<�lo�/�٘��~UƠ  ��Խ��s���~_._�?��($/GO٩�~���<�?B�x�� 怃���S7_bM�nA�z��������=�f�U�f���A�g��231���sC�A;��?8{a�4�)�^8��1ͧ��%M#�����24��zb;Et���+)�0���٢�K��z?E�"�n�K#l��x��D�K��j���@M�o�\
�:hH�4@׊/:��X�4�L��3��������l����_�A٠�j{dhA�c��yպ���Z�Pܪ�cgu���묬-kjciט�c���Ǌ���A�q.�(94�U�7�APu��
k؂��е�Yblm|�Cm���R�H�W��q���yk@׉p���b
�W�n����Yq���~����$y{�ڸ����٭�.^Y#�WS�re}S�����wx:zP~�!�x�?6�P}Jft������3&�'K�5C�U����f��~��@�I�`�A��ǆ��t=�BA��f�-�5:������{��o����S���.a�����JH(�Ç4�<"�=����j:��0�H���SƵ/<�.2�NH46�7��r��1�A���+��T���p����ښ�hK{�6@u:���A���H��;A�̃E])��E��C>�e�e]�B�['��̚��z��#��A��3�jOwo��>�L��,6E�T���e���/5ta�i�v���OW��A(P|��J���`KsN��+G�<���}GG_��b����dɢ�1�!֝����G�ڲ�.?�[�z�dǯ_$ð�d�v��+�Z"b�/����u�U�?�M׹z�����4�w�q4Wx!��ý8�q'"�ڇJl&G�D�.k�<m�.�������/�;� �Ӄ��gE=Iu��$�2W�C$�s�	c��A�U�U>����F�U�����zm��؞�ESm��m���)&lE�cO��jOz�nի�h���3sV���ʹj�kLL����kǸU���w^(���M���A�x�M�8Z��9x���ѷa�6LDM]������r1��9��-#�x�z�+�:W[U��^������H�]�Y�	3�_H���a>^��D&)�vl���7�8�=�T�<��se��6x��4�=}8������HU��Snu�T\�E�f���E���V:V�[�PPS�����M�CY�{v��Ҙ����������]�L��g���i��p��w�?EU���ך����~+#�K�7��y�U�۔�do����kF�4�v�nm���%�g���>�4�I����b�u�YP��v��������t��	sm�?������62xr]�y�|r[���]�/.w��"��Ka�UU�)�V�l�n�t��8x]Ta��hP���v͛��k�:�T�\95W������Z(�HRã��q�}���$��h���ױ���PA�=�>�<lQ�����r�^(��ڮ0>������X�4sO���A�plsy�W1ed4�U�[��}��F�����J�\|a�k�@���Z4{�$��;r㝔�im�	UL$��կ"'��H]���C�����vۧ)v����Ɉ�_�h߰�^�*����N�v���d�s��ZF�È#�ڃ���!|GȂ�ƹ�����-����|#W�\jYp��3�bwm[��g�Q��̙�]n�0��Q[	���pD�2����9���Ř��1��}�T���	L�U��%�C��'�C�� a,)wƸ��a�[�.�{�ͧ���f��<�@���|�����Yl�pl���-�0؀��X��q��?l�I����A��9� ��%aFg����~|�4�K��f�y��F�q�<<e�/w��$��˗�O�_�	���je_�2~O*м^#|�9� ��w���ؓ|��~^���u��($Gw١�~ٿ�yP~���7̂�ZPkۥ�e�s//)37Q:{����!�0_Qo'R�I��_z� �C�GgpA��=��l��~��3�<?_���#�mT@�sO&��Ik�$�o["����FaX�x"�͡�5T.pe]��&��O5�t�HA��3uБ�r{��x=� �[Mm˖�4[+#�ݢ�b���Sa�d�Z����t���.� O��q~��ɠm,�*
z���5�H��A �jBghL����Pbls�dWjGG��y��C(�|W�������w��w�o^�B�}��R�:�w�l�$;��h ���`,q{�L[i��r�-��k�mM-T.��p�r �Ai�A �A�-�v��{NYi-���kEYUd��4T8
ZW7�t�s�n�x�?����C�P�k�h��Ę�у��k�Ғ�l�a|�u�6(���\��5ѵ�K]�P�a���^&a�LOQtڂ5�a�+��8x��l)�5W|�µճ:����G4�8�^�S��8�I<�P]�P|gi i��9*Xl���>�Wl�P�q�S��&%����j"h� 	�{��RPl�.�W�Ŏ;��V�Go��|�t�9��OG��|'҂��)�5�}��df��\5S�qu���i۫�ke�tkG7��tkF�����ޫj;���f9��ol�����r��8u��X5;��k��'u�Ctp�A�N�}��0>�f����s�P������P�j�x��\����r�0y4A��AegYZ�,�&
��Im�Q��B	��,������hA��ͬ����b_�n"�u%��R�i�|Y�di�k�C�����9ӈ�|��>7�2��
��eC���$�O�p=��Є�هj|����+|mkn6Y�=UA)Z���xׁ��q�̡���99�Na���τr/�b|ey��l�i-;�T;�8c�W��9�Ph3k��o{Wf�����٩i,֐��IM�N�<��>��t�B+k�V_.t����UJ� ���ϒGցĒN�?C{���Yd��5��ϭ}�f���`#�c0�	�g��m��=��+c�M-ή�i����9Z�ǷV�AН$ν!K�4��&��}��+c��]4�OPu�׽��A&�3\Ƹ89��GPs���@.�z�i��i�dQF�#�֍5ԓ� ����&����r����S�R�q0ނ�2];�	%:��5k-]�5<��~����Ru׏��*		���5[N畮�=4��vǲ��P�m;N�-G'J�4�q�T�*Zx���Q41�1�4��)9zTH�\�Ϸ{Nߗ�q�����[��w��s�:.i��D>/:>#�6F8��	�K�6r(��Q*94M�5�O=*ӝB��ϒ�3Ay#Z9O�.�F�aE1S�\����{+�ߴ��`�T䠗�*�Y0~��ս��oO�����ޤ��e�����W6��v���?mjO��_̣�&�>�m�S����*���2}d���ս��j�r��J���_̧�&�>���|ݵ~^�_�a�[�?ؓ��?y�����6�'8-y�r���;�-�ISQ����4<@v�x�����yC���ƽ�i���s�ġ�7��f4oq�6�ki�|t���U{=��#�y�UD����\lvc��O��ɫ�LX�����R4ν��ΘtkJ��91~:���ɫ&ga{�4��F]刊k��	���$vI������UOf5�g�V����WMSى�tk~�kp�ڮ�s��7*IS��8�û�`����N=x�&����[����z����=5�B|���ryB�i�܎��V7^��S��S�}�i+���s�$�da��&�]X{G�x�gUC�8��3<�X�tI��׋�����U�!<#�,�n_��ܾ,k7�_�*s=�:ڿ��������QSN���)f�����h��w�q8D,����M�vb��h�Ƶ|cIs���í֮�J��#���䴗���BYd�e����|T�+n�v
�h�u�. kY#%`"I����cw����A'T�a+��������4��D�C��OD��Iwz�3���?�H(F�,����9�8*�qm������J4 ��p�״�k�PiWln�<g��U]��Q���{y��ǽUB�ɵh��XѺ{wy �.aw��l��u�:hu��-��3�+���7�����F؛O%a����Y({Z�@A��zN����8�`>m�����g9�s�5A�ߺC���t�P�fu�jZ��㆜4ƹ��8:����_���������]��nurTɠ�ސ���%�<�%@������`�Eޱ�Ydct���5|ҟ��gЃu�l�vW��t�b,WeM�p���|h��������N�%�q�4y���Q�f�)�,����(67З�����?*��Pxx��^��9�I�?/�/�
�¿�������ld��T�x�F��s@A��者��&�7 ��]�l����PH��C*�����3�o�$z�h�tR1��@Z湠�Ђa
:�tr�����gnuV�������Ijq񤍣Ƨ$�c��y�\�Ӧ�u���x���/���=w��] ?C���:Z;��Aӗ�ȂX`��<��4�����f'�78�׋{L���g/7�����͉�ddc
A;��f�gv��п���>���͊PWcI��f��~!B�^/f�y88F��IS$���G��q$��I$�d���2d�����
��5����t;�An�}��x;a�X"�(�������N�L$��x�>0�OڐT�Y�lwJ�}ƒj
�I]��,�t,sOAP|)�%���A#�7��:9���Gx�LewI}e]��x�K�l܎Akz����{���A�(�g�bx�>L���z�ۼ{����Ž.Y�������Ǉc���}��$~V�G;�� �ٓ�X�8nF�⫮$�x���Rd�2t�r?��ա�IGSr��
xe���ۑ�K�#� �O.?M9A��[� �7�<Vz���
h�D������T�,~4�x�wC�ʤ�8���A��X�`��a����qOU[*�O!�.a�!�yJҩ���bz,@÷�6��w�wٸt�k�A����V���S
H�8���j��:\3�����WYp�S��m�b�|�w8A�61�l_$�cGr�W'9���:M�x����F�<�-p������`[�l�s^�A�sB�5�B�TQ�*Zc��x�l��:�5 7'm���G,E���c�h��n�>T��Ga��[G�p�PŘ�h#�]��)�.�;�y<Ln<8��C�X�8r�Ul��Oo�RHa���a�X^ӡc�x�z�����1x��^i�Ыh'tR4v�Qͧ��P{B	}�:^s���Ou}����:˅W+��D�};���:��M.ûѹ�����H	o#�y���9����o�\1�B��_1x���Dl�C�OEQp��
x��y^#dq���q�h�O� ��F�G�FXOE�Y�Ba�E��k���p�t����~�O�F����AȠ�]&|v/�N?�)b9΍�n��ߔ�lgFLC6ǗF[a{-��
�p4�x��}�B	��d3����m�^�IՒIE$��?B����K9�t��h��w�jee��O3ߢݜ�af�{2Z|[�n5���mt�Ԛ�=��i���5�{��2��;2㝤�6,%kt�2F���-��a��_��F���6`٧l����WDg��Oq�����M#��M`��;N��_-�pA�@@@@A�G� ��_x9�k<�����"����Q���3خw���x�l�*j8�MM\��Oo�Oh�Q��*;H���GyNԼ��^�s���Xbs*;r����#xs^�{��Y�R��R�ˁ�o�u�Y��%�m9�T�uvz�C����մQS���q���]bڛ�V�͏ʮ(�~�j����t��Χ�(G-X���/�,�صDO8����ܛ�<�f�<�"N�]b�_�Dw�M5�sa���\=����)(��7r�k[�׃��ǈ�X\퓏�N��Ͳ6�^ɫ�s�3�'�#=�e,Sl�s)/6��)&/��}�iU�ȫJk�K��X�Lv�N��9����Y�N�O�߿
�^q?
~.Q�,���oƪ�5n�ڿ�N��ī�S�v��,S:L9'�U����>��V��O�O�ۏ'�4c��?����*3����;ߋ?�?a�U���y������VD�W�;׉>|_V�#a��c;�W/�^'q�<n�ԧy�'Ư��ܻă�̾��/�^>���_�>��y������x�g�=L��G�[�s��y�x�'Ư�Ҳ`LUS�����Mc���YP����q�Z�G�Bض���7�sWi��ۘ�q�Y�5U�)��Nb:h[�ЍG|=�*�>2�:h�دgE�ozk]�|{��C�Md�P�Ap���I:����=�lz��. 4Aظe7̜����?���D1m�^!��he�jVih�6��Z'��09��J��mxZp���P�mt��RS���\Q�5���<2��@A��]B�Ԭ�71�c���Ђ;F��"&��9G��:
)0>#�����ֶ)]�$�>v�71����a����h��}4�Y'���C��Q��p��Hءya�>���֖��	�����}=����_7�������n����^ˀz-��uUax0�4��M|�d.`�6��(&Ht4�{M5�2�DؚH�w�V�ZRx!���5A�,��-��v����L#����1����q��As�����   ��m�������`|?%$7���N��q���8���؃V���9�:]��Γ�K���q��Y���x���UCs�6�!m�t�	�� �h4iA�$@A�bJ9nV:�HKD�S���0�k�Ԅd��vΉ�%��L*�����5�G� ʻ(tb�H��1���&�٫5C)*��KLOg�@'W�V�����Tv"���d����K4F����p�5!��:󢦮i}t­�$s�5�j5$�� �+tbf�H�	�1���'�Y�]=K)+�KOg�@'W6��G��4(>3���Z�Hp�@�m5�o��U[{���W;����-��N���u<XG��3+��>0�Io�Sc
&�=���{�'�S�v��΃bM�3[	�;�\�Z������}-i���g�νֲ��/�D��-�Q�s@A�pF��⨳�l?{Z��̥`��$��y	��xUS�sJ�q,��޲Z���'�IO� �7wT!�Z�,��J
MGI �x�c[�֏ ��D$�?�v�#v���ӱ��옡�܋Z�[PG��3���A�\���<=D�Y��snf�a��S�)? '�Aq^��ł}y�LOI���[d�q�9�ܐ�I�7�r����S����6ϜR�cC�؁��@l�T�1�.y:	����*`���>�����[W�5�7FF�|�6�n�YY�T�\l���qDm���KPӦ��nů�F�TI���怀����\�Bm��,��:*k/xm�`,Q;�,��(�$%ĺH	�K�İ�2��Yᄪgu��Ռ(���m�J@<5�M�t��؛c���0��\��ў!���83T��#��LO�MS�.�1��t�5�,1=T`	���<�>�3�[tE�N0�)1�`�'n�>��O0jt�=x��B�l�ї�y�K�Ҕ�U	k���0@�?�A�;��$�:v��M9��D@@A�Fo�8��A6��3.v����4�\ֆǈm�h��p������B"�X���=�xZ��4tx��%�Z%��Q��u�x4�Euě4����.�=,�q�T���Z�=�L1�&k�
�IiˌQU9ᠵL��=�*z(3�0��u��B�oS�0�t���];	6Q��G~[��==�Ɋq�cQ|�������>~7yB	O��q�P4@<�X�ٔV<��K�	�B�֛�B9]K&�-ps\ӡ��4<�UgC^<�T�S���ߊ苷�Gq�gV������ى���+SU^X_*M��6�'9�0�A�j�'1�'�p'd�:9��Q��b��g�νV���/�D�E�q�0ྍ����A����\�g��+@'��@�t&Ft3P۪��9���skl�c��_�o�ht�̳�Y�i���Qج���h��o.n<���8���dA��4��	<S�DJm~5̫Q��\۽q����tvM��+���!�Zt\��\��<�!�H	�Th�[ �@�DLK��e�j����B��G����������i?؜<Qۣ�O[n2pS�4g�)�In8���%���ړ�;�/QU/q~ߛ��=y'����ػ�/q]/^���3�&�����w�^��q�f#�|�`6��M�e#x���;�y���U��Y����Q�����:|Os�^kh]Gc���m��I�<z���`w������sf~�~8�9��m�vmU�b�k�s��H�+m{��Gēں��G&�z�����x ��uCGZ������5x��N��{��^$�M�'�D>2]���T���S�A���ΐ�g̃~�UD��㱊{:x��1��j4N� �Z�rj|,#��~�x�)Lΰ�-�fӑ��Έ{���-N��o �AV�4H89���ih4�@���:��}ҁ��>�
uM���[��y �%�� �9 ��A˒
� �c�ڀ�D�F� �@�Pr@AG�
�X

��
� ���n�^�1�9Z u~R=(�S�� hv����@D��Pq,릨(�����?��np��u�1��F�N�G@@@AķT,�@�i�y�����yt���9      ����`�t�S�nGS��:��� �r@@AB�Pq��h�΀#�A���_n�Jg���("h�+�	⃐k�AT9u hc<��\3�wX�w�z�����a���7sx�����v���5��F�C;���^η6�Α3�ݶr�Tڊz:�ݭkܱ�Uvo��Y8ޝ�?��<	r���4�c���Uvo��S��i���8~�v?�Z��.��~�l߹���^����W�	�����C�:}Vٟs�z�״��|]�V7��o�ռj���7�~�?Z���Q�|�����\��A�j���l��C�ֽ����g��맘\%���n�����fӏ揃������n�{c/�^��l����i���N�x������Oս��B>�m=xUq�ܰ����\����ս��^���N}��Cײdv��2����m ���I*^��ް��E{gdacOj�8�y[��si�n��=ѣ [��̀���O��4�#Hk�Wju_v+RZwSTO5�M�����@p� �:0uA���=�8�V�Sԍ� 6�S�m�{�+�6��� z���{��o�&�4x{�>��7�A�D@@@@@@@@@@@@@@@@@@@@@@@@@@@@@@@@@@@@@@@@@@@@@@@@@@@@@@@@@@@@@@@@@@@@@@@@@@@@@@@@@@@@@@@@@@@@@ADAC���4!��4"t�Cʫ�G):�y#����߇I�=��:���3O��qJr?�c�H�3��������p�@���}���M��3����sF�������D�u>g#?h=��q��ۦ����<]�{,l#����ӂ�F4���Dh�4WTtP�U4AOJ�_J
 �@�PSP��@�TAMPUF�
)AMPU���MQ��Tx �
j��5"��j��AT�"D�)�
� (�S]T�� ���j�5��
k�#STJ��T��
j�5R��
k�
�(Rꂨ)��*����
j��(��5"��j���PU(��TJ��j��(�4Tp�ר�Rѵ�z�akF����=ҽ�5O���#��[�Йg�ľ��6(���6�7ɨ�i$� 
�<���4J�ݷLk2�Wݼ2��L���k�PQ[�i>gH�}d(��us�O�BsmG)c�E�I�`���`۝t�m�DT���Xd'�
����1���B��O�1�!��uuu�Y-pi�:�KV�~��}F�ۏZ��	�O(X���vSS<w�a��(���3���N�rU�lLX�1����fxKff�[��U�8>y�!�G��s'O9\��vk����N�2����{W��
R��Q<Q�
���!`�CW�z�JV��Q!�I�@�<���fc�VE�?����Mn6����މ��|���ƒI��M�)�*U^��r������N�)nu�y�()(%k��o���M��P��Q�1Hł���Vɯ��Dt�bΰ��x��|!B�����GUN�e�Vkd#�+-[��c��T�.�y(�|릋*�l���������{���oj}�U8ɮ���˳<%�5Y-����;��I�4��`'�++Og�i�zjtzQ9�)8��D��D�C��|88IQ$d~�>U1�e1MS���50n��t��|�jYQ[���ȵD���wFE�֛s?�Żmu���$��3U#?�)&���9���Ս{[��em��w����o�!r��f��QQ��w����ۖ">�j�Z�\����D,[�H�Մ�hgׄ�Uo�o�3�,}{~��(e��?�w_�e\���˃��m���Ŵ�\��s��YW��5�:2v�_�ҽfR�e����fX�����U������1���h�lٹ���u�ho�TڵF��8,�_5CAD�k�Mu9uQ>���5�.s�Gy���䉘�x׼o���BK���m��uUK#�*��nz�L�Ju^�G:�b޶�����b�J����9��#kc�]�h�?/�ʭ��G	�b^6������u�h)�]��w��Tn�m^����lX�W�ĺt��LͶ��8�r�\N���6?{{Ҳ�n��=��gV۟�b\��̊�Lp6�n:�$��qx�����݌j=y�YW�/�˃-왟�5q��߈�U������G�k�Gq+�vf>�j�N�ϛ)�s/dU1\�PZd�إ�   ������S�]�!��)䞺�IGcWI<�c[�$�3TG5JmWT�Lj�������*�՞Rӡ���T����yR���y����ʹ��,}�v�ʻ;[�����Qк-�Lۀ�)ʵ��lL��ƌy�)��8m��U���k�N��cd��9����w��ֺ������+�u�m��n�p!��g��]�����S�T���j'�U2�{d�)�#g�^����n�����&�G$�k� j8�-�W]q/9�'�=U�bp=�-�,��*�&�)B�D5�P�u9��j���d����§I���Z���8Z��]��;����=ڪ�ػW*e�-�W(c���y;h�Ĳ���2��y��_����EuN�ȫ�U���1���SI�F�WU�n�����p�UuFʻ>��NS�Kb>��MWN���m��0<d����浱i�wNǍ~�J��S�Rĺ���w���]��i������y���l�x�F%����3/#��#��6��Z��Ҳ6��<��84-o2�Y�4Sɋ�LQ\�2��Y-�Gz$&��E
.sX5q��<��|e����P	�׻}�#��U,�I)����)�+��NUa�͌�j���ޫ���h��+z����V�o���Ԙ�ow���55+bi�J�;�S�[U���.+��,�f�08t⥬�n���62=ޕ=��[Kʕ�u��2��:x,v�����#Gv���?��vaoVѹ1Ã!l���<��֊ǈn��۝G4�8�c��4j��3B�.�띚�3�%M�T�A���5�DJ��ABTéYx��B�j�i�`�ϖV�4yI*�6�t��^&�#�5�h|��B�*1��ۼ㦩��c5>򿵳r�N�[��ּ�{~�K���Zڣ���yk)h���w�VR��ϯ�:~�g^�ǏVuX�ΐ;lR�Y�}]\zxN�U��|+!ku����O�U�{j�}ZuX���q�UKͶ�d���c�9j��o��YJ7Z�z�̬��Wj�cG�a��3�8��O-⛨���7��Q����^E]_��+v��)�>2�oi�MqW�ac���S��9/@�����k�)�>U:�Eʖ��3��Z5q�@�yԯQL�(LD�%�{�',p�Wc�RE�t-���k��I>`�)Ž\��E�������Q���K���0?H��J�� c}�sNͿT����:�]%�~�������޹T�L�s���
�\��h�N�9c�C�M����&�ڠCc��q�s]�⺧c��V�:c��j��3�gTM悘�6(���3�!���IW�,�<�'�G&�p�|�\1h��p|�p�#��W:6��<�F���a��4�z�S��	ed�I�1���q�4v�W��e1���n
�
L�����hv�K��M}�av���.�i�PH:���)���]���c��S��.Rg.Μ4�����QI0���x�3���5N�+�+�V�tUG	_=���R)ǒ�����<c`�;��׉���dT�e-[�hs����u$w��c�Y��ڮ�gV2�tW٥.wZ��Ζ�YQp��S%dΙ��\I[M6m���۟T���
����*�S���z�t�DN�L�8�@�BF�q-=�9/5r�i������v��|�R�-$2Gm��������A�й���Jk�&�Ol6�^�c��/�9����l?���f'��{�7����g/��r����T�3� �7���r9��g���k����f'�A�o}�����1�����ĸ����p�:��UQ��v셻��i�>:�<��~�=�IȵGfbty�U�/z:��,
״dZ��33�u�;�V{n&�ۭ�QR=��uo��.a.>��fEsMZC	�r�j�%nW:�̮���z�\ut�R�W9q$�.�S�X��S�]`H��ȼ�(�:�5�<�4q����@i�w�䢘�x&>Զ%�rO6�0ݪz|쯦���'��BDm,7]�:/\��g��vi����P����հ�����}��CwVp�w��E=��d��|�B���s�z-���v.}�l���`<W�Xi�v]�<i&/��Z�Xd���'1��-�,�,:뮺�(�����ίM�wb��T�o%vȣnۘ�����u��Wj}Ek�+�%1��Gk]�7�Y�D�ŷ��-�����N���lSz�nw���ٕrM���z�.��UN�o�
(�ym�<P�*�>+���xB����֚�O�<9�ξ�8%f�V�ݭ˂�x�Pمd�������j7���n:2��z)��;r��N^�4�է���c�3�ǅ?��e��m{�l��?��џ�L'��;�i��#�O�zŴg�
Ez����G��vU��3:�n��x���n�j��*I)�)��x�I��^<|ʕ��x���q�]X�ٹ�U�11��4¦�)@!�hp��آ{Q6�������]�+�UuC�j����ѝ���nd�M\cU�UsE���mb]3��,�bK�lnc��W0�7{OyvK[?��E��W�v�u<�8��y�8���0��L��̯]��F�)�u�(�N�S�"R{`m?T������Z.��͊:�-��e;5�{sU5�SU!�Q�E<P�{��6~m�{xŷ��i�U���C_$Q�6�浡� hаw���C���؛�c]!��*$���P�TJx�%q{��*�j�b(��P�tӳ�B�f9��" �rʞ�W�V%TT7�n��������9��7�hu�4<�[q3\i<VY�E8����4��47���nu�JH��+\E�ͽ�1������(�W��^v��a�j�?�K\|B����O�0����0&��q�uaa�H�\�7�}ư{�;7��U�=.�D���m��a�1���V�q��`�,:�;x�=%t����,l�.q�v�|��ٱ�!�a��k�d%��[$O��-p�*��q�1w�\ǯ�rN����C�`�`x,��,u���
�FRΣwR8��woj�l�4]�{q���-�k���8����w�\n�����'?︭��V��L2�E4��4h�*�LG'�'S�z�Tk�(ᦩ�&�G1"#�x�pN��2�41VLY.8s6�����3a�Woh紞'S�Z�e�4^��޲�߹n+�ie7�u?�~\=���e��[�[_q�=�0pw��s���EO�q�����VVsE��?�*lP�Ѭ�A��S[�Ё#]�Iqd{�x;�ٜl��Ger{1N���v�����l��Ax÷;����hRL��NZ�@�$w�[�7(�c�B�X�Ӯ�Y�,z�lf}}M�.�=mΧ����K��� �(*c���m�1��M�3qv �̸��lO�覯���ٽ��*�4��ܪ4�[N��^@/<�y�J�u'��#�	Qt�!������k�>*�W&Sg���K���w̻�z���T�k}K%\'Ic�0���t�Q�v/���j�o��4d��ŏ��5���=�F��e�jx!��#��U�X�E�+�R^�ਉ�Ú8�H�5k�z��ü�+�kOV0���|�zq�S�ן�yM;z��?~]=�q5���`��+oT�+���'�Je�3YAyԟ��Ğe*0��{T���]��'n��غ,�Ŷ��5ޞ����EOOY$Lc[�É]ke��j�h�4F�CB�ɻ*�*a�����2T��	Ծg���O�E�"#�\�U\��S����LG����5�MH�$�L(��Seq ]NI<�#U�Tif�G���mi�)��-�m��ӭU���kc{:�����q�6nUtv��Ve�g�52�IU$���L�����x<�#���MTOf��Wt�F�/���Ҩ)��5ϷFh�=�u6{V'�[-��RH�Z����u��� �t��jٸ��X�Wue�m�U�)\�����5Ʈ��+��J�]3��%Ē��ۦ�U؈��4A�8/ZC�#�H'0Q���~Ǜ�n�
��YD�n��Da�k�I��\��U�K�qjU7�hg�����7<��]�*�����Y�'���j	խh��	<8,�t�ڋ���L��"��Me'2��l����\%OV��i!x��I�ϑ��y�>��M۷.�ڹ�g]uW:ԍ9�'q^ke-��w�.���VD�i��j�i�n�r��'""���<'�wj��;�Kd�bC�m`ŐR���Ja1�{��n-p�s�:�9,U�~��ѯ%�t�j�W���     ��T_m��Gݽ����]a{7Ů�w�����sc��^I�'$ᡤ�G�\ĝ$�<e����7N��N*u�F�����f��[�,�R��r�C�b���|��h�)ٝ���㯽���1�����~�g�}��������]6��������4�vW��#�Q,ճ�Nk����5)�)��,~�`�����'�ubs#*��r�]���O�blCä_�&OĩW������(O�GD��^d��쉻�_E�eb�}v;�`ed�º)�'��9����/\�H�"�����-:�ӏ�G.0�{/Qg>vR���K~�l��6�&�B���<S�M�]��G�����q�*���&̘�b�]��-S�}[=����o�p��I�8��^ܚ�4�N�w"�M�hgvz~������X�Kܵ�7�ߎ32��<m�l��Li_v��
�v��"֖<�wV7Q���W�&�'��a�r�g�<�E�8���YTU�B*��J��x�"�߿Q�_�	>L-_ow4�o;��U�B5��:̀�j�8"#UwOqI�M& �|pO.B��ӳ<D'T�ٛh���s�%�J�r}l�6:jGH�F��-�fm{b�S��6����ʛ֢;:y�L��
�9�rÒa�k����L̨̝s_tn뫏2�2v��dM��Xcpwr��8��T������:p�qZ]Ud�"���P�7f�'��Ѯ�8p:,�.]��;v�gl���/GO%��4W�j9���ܳ����9X���=a�n��U���S�h�=�F�5oՆ�sו���Y�e�UG�++�}��V;3���U���]���@�S�2���
���Tp�N�v�׳<Q�@��K7졍�x]�mXV�g���u-�����;�x���J������ۮ)����˕[�=��)�xLg�
b���~���g؎>�4f]��Ϟ�������@�����]�3����,�k�'�,~<L��o�Nј���Z����P���$�>Xk@ԓ�vJ�vu��JoƲNe�xͶO�L��f�
��KX�:ZƓ�J�nG0��PF����ǯ�ٯ�/�ާ"��O%�yk�i�=>���������]��T��o�,uI��N`��LG��Z@Ԃ�Oi�Q	^�#!Μ$�k������I�U�w�����k��n&9Y#�摨sx��[�U11:J�����KΏ>��Vw�\�(�G�����8��f#���n��X�b���+�\5��G���l��D�~�/�Z�B�U�c�F��ȹ<������T�f�mmnñ��z�d�ѹ�M�n�D.�;�Ǚ���]�n(�ju�|�E_�T�9�v]}���[���d��-��
���Mi<�y|�N(�u@��:̥��w����̽��ͅC��3���������|mV����}/66�����#��'�v�g�N������(.;IO�����vhp��S�Y��MO5m~1"��\��E�>�4�-�����{�p�;zH�Z���'� k��C�#�Y����G�{����KfX��X�YJ����V/���䜦9��;��592���D{��=��H�!��D4�CH��_fX�t��x"��G}4��s��.�w������>����4��,���QPb[����sQ��А���'S���^bi�R�>M�����8>`��c�����{T�#f݇z�f��X~���IG=��qRWX��qpq�A��G>EG	{�#
�����<[.<˼9��)�I=҂������KA<H�ڼx��ꛖ��`M���s����yת�,0�j��r��5o�׷�d����G���q���ǫ1��Mx#�ٯbi�	N�B
?]�n�v�O:��'_6ǲ_*r��V�n�ۮTU�l3�<!��&�o8�M!ڍ�p\o?76�US]sL��o����,Ɣ�=���ly�}KV���TݥwQ i�Kl���ݚc�0VO�F۵�E��V�ճk�{��ѶFU]�t/�~��w>�*��ͳ�N��/��X���d�)�oR�����:��x	��=�v�U�k�'���/h�n�TJ��Un�KW� ?dug�_��q�~���x��8,��A]�i���̈�'���L*�p�����5%�z��X�Ol�m���|3g���l�PE#[��C�.�Z]x7���?Vq뙝���&u��w�W�?A������?<�e�݆�x���ql���=e<2D���_��h��d1�˵1LO��^ݻ������=�)�ַ�:��@�{��ӈ�G䥕��a��v~�9ќY�Y��f�m8�aBN�7u�%��Wq`�Wy9طn(�p��v�t��N��߆l���]4�H�PSS�u��r,�5N�sc&f��^��(9�W�x}��ok�~#�C�>���]��f��+]6���.v�ECgm����CUJ�\I���M�����S�7"�κ�����u�/�����A������h�N�s�Ĭ��G���j����%nlK�YcĶ�O]w������KM#tm �I|o;�r����W��o�����h����{2d�6w�v
����EI-UL��	4h�8��_J��<ʰ�v�+<k^���S�r�q�K#��ɇ&����������ah���4��?�V�+.�]3]ȍ2l�ft��7��{P�ӽ�ӊ�L��a	ׇ�X6�m�3�4B���L{�w_�E�ܣfMsڪu׋;EY:F���z����U��<��z=���뵕>�[]��Y���J}��Ҟ�T�3v�y�Wn��Ӧ���lъGl����p���k��T}faubnLO�b�E�8��M�R������(O�GD��Z� �f��dM���/�+�����j�ōM��n�l��:;Ĵ�F^ &��wI;@��Mp!�r�v��j��flcڻF�(�~�[է7*2�8�=�\E���`q\���s���iU����XM����L�����|���_�-w{�4줦��2_[V[�s����9U��v�Z���jիz�<Z�s��N��th�z`�,_�������<���/1Ê=���]i�Q�ǅ,�GM k�S>�5�|��9s�FR�ꩈ�!!�wh��^dF�Tv�*���􍚒ydlQ��>Gn��GB�����٢��!r��n+���_��ct���I�V��:rX�Ы�6���wϛn ��Z��n��Q��I�N�v�䮬ݛ�����߉��f"�������ʼU�B�^�	Sͪ�~��~�Gal$�0�}���ռW�֋��2�{(�{&`f��x����(e���]7�n�����ȱn�����4j�Õw+�:N�[�2�!p��b�IV�T��G���L<+�#������ͪ�<�f=�/��uf���\�w��-�oSLy���A������z�ը�E�&��Ż�D�Q�4����[QIS���GC,g�^�Z�
��uM3���������/��<�j#���o�K~�)^�m̤�YO��&s��6�3s�PL�n��7��)�i��#г�G�쉪�xpi�?�6�W:όy�|��Y����f�S�;�PG3b�o��S��#O�#��{�Yע�%[j���cUnk�|8�c�C�G=�>��m��Ղ���=a��������6K����f����.����\���c/j�>!Y]��v��ٝ�]�g��2�0����0^���MCa�����X��4��̹Ǳ�jI�<��x�����
�mUz���r�8?d\�˛;+��L��4�{��6�����	$�k��3r�i��1����l�{��=^�F�y7��w�������;Nۤ�ߺ�m[h���ڦ}�*Ձ�~?w�tC�����I�X誥�u���W����sk�c�h�ں��tms�1ͫga�5ZO&5Y��ō�	1�P��;ο��X֑�=��a��䧏���[���D��K���=u}LTtp0�,�5�h�I<��(��QM���U�DkT���y��6��߭�'�0->��ii�awU����9-��ͮ��3�ɘҘ���5���s)��1�1�6&�ː6��Vh;�\��}����ٞ�3��V���4랟^���PW�P��^�*u�e��:�࿘՟60�+nlf���Ar�[(�=M-K\Y+ݣ#;��By{�n+�-{meՏf"��2��n�)1$�C	�mw�ZwT�TQǣˣ��u�@ �r�L�a�a��G��tkl8898k�`�]"8Ƣ�,,��2��������KG?T���rLֻuÈ:�Um�ۮ"VY�f͊�S�!?�����m���Qܜ��6�Y�Ay�FԚ}kt˯�4?F̬i;~��ۿ�A���v��ҥꝂrҬ1�iq�f��+�Q�j'��x��~��)d����$͇��S�֚�|�w��v�_(�V��r���܋��s0�{3pڣ?}��̭�w�����a+��k�+�s���ۇ�L���V�as��U�2�	���Ym��;��5��-��I�Na�K��85���j���4D�a��܊�GhL����ʯ�J%�Mjm�O�NO������G�g��~�o_F��ILK1��8G4���,Y`��GGOH�v�0�D\�C��ۺ=�a�/\��9Ӛ�.��ӳ,y����z],�v�Oh��KL�Rҷu�s�iq�x���r��b��Uljꮍj�YNk�1)w��`��K2���.�ԯ��HOX��K�>6�]˧nϤ�Պ��f��2/��`~�ؿ���J˱���KLu���'�+k1��.D��}40����:�y�{ы~�gU;�g��y�~d��<:��(������L%��Dx;�Aǎ�Vvl�~��<��Q5Δ���9�s��=�
]M��bHH1�Ia`��Y�lj��U~K�V��L�'�rZ����U�����')���#���Qc��*�.]�D���C#w���(�����	G�#Z�%�����)�p��k���[���WX����G��k:���X���t��VBd>jYj~gm��i}U�gG4G��_(�3ȱ�z��O��;>If�#Pkh&��t5.=���85�=��U�%��c͊�:�ce��_���u�ݛs�ܧ���F*i�<�y����*�Wj���yL����?�3�W�!qw�k�,v�̫�ca�*�ku����A��#w^��O�Ȅ��KYWꮘ��oo�'E��/ęx��1���͔�v�>�������)��[�ۜ>���νT�����J�,վ�^�k퓾+Wk��o�9�oS������c�K.k�S�w�TIB-�T�M9���t`xC��<��sn�X����[gcѓw�q�mY�x{(1U�߇c������/�j1.9�	��rT6u��+�Ӯ����Ʈ"ߋ-��wl���^�����OSO�:�<4��[ߪi�]Q�"U-S]:��j.��UYd��(�l�.�%&B������̎g�p���f\�ܝe�m۷�N���qK��0���o5�ں
��J��vǁ�#�+՚rlW-�11�b�3EUF��G<_d��^�	��i�`ۓ�,��#�C��G<#È:�xm9�ϵ���]<��^��EsI�yJ��;#�z�v�3K�q:����؋���x�t��*�ػO��~�1+��:�_n��e�%���Q>]f,��T�ާ�g�1�N�{7���<�!3�mŸ�ĝh�$��U�&��Ҩ�Y�y-y�j��쎬����5n;+��6o�G�^��.�Pl�+�n�+��6A[��uW��:ʹke��1�x��y��jr�FD�i��]���j��`[u:��Y��N*�K�Qo���+�\�ɸ:+v�9WA�/v�\4V�**jA�[�3Wx��kB��Ws�MS�k���"X��S���Uh{@���T\�t��D�W���W��6�����[��&�So���2��#�pf�s�Ԏ*����S�Ȟ>oTY��������Ϋ�j�������ſ�G����+�^�T���t{��i�-��,R(9�W�x}��ok�~#�C�^��k�������b�0q.�Gr�����:���"V�*���u�M�.
��T����P*zC.-u?YCJ�b7����8�V�)V�e�qLO��-ə��c�ݚ��k��Qrj�#��'��2���2�Ȧ�Qs�d����(��فg�b<���Ӿ�Gf%�M�J�8tm�ζ-�~.Qn�͏·٪������3����UTǶJj)�m�������I�-�d��X�ǌ����W;wfrPRox��{ͧ��ZDq�����m�ۅ��B�M�Ɇ�S���Wk�E�ݧfzJ�S:�Ǜ9EY:F�����k�܊�4?��vvW���}��#ם��r(?������e�L��k+ɜ�r�͊�u��$�m�1B d-f������Y��Gѧ���ݘ�H����ql7��?�d(�__��>��r+_d��쉻�_E�ebr}v;�`efƳ������f�=%t�U���EV^���S���'�^�خq�M5i+�K���̧�fNZj���1���k[�z�4�������a�^o-Ք�"j�3~��ߤA�s��S̉-����=bs�i��f�]%��5��G,nE�j�9C�{�^��j�I�����x%�:;t�|�c�b5�)ee�����0�e�MEk c'�[c;���[�uW�v֑K)E�x���!3ce}�#���nx2�Ծ��J׺��ax�`p�t�^WU�h��࿹]�h��809�]�������V����X��_��0b��Ŗ����I� �h�X�)[Z��n��@5SV���=v��p����8o�>~,��]�)U�0�#�U�"��~�Gal$�0�}���ռn��W�֋��2�{s���?ƍl;�'�Kޯb����n���.m��Ysx���tϘ�.a���۵r���S����Esv���׳>������b���6I3��@�x������f�s5���<Sq�m{��j��/��홗�lA�x��G����M$Zr-��N��W<ˮ+�TǛ�l�&�-��iY�2<t:�H�"�*������G�����uy���iږ>p1fxۏ�N�EfĘ�\�=��_Sg����ꊇ��N�7��w[ϸ��iؑz��˳:4-�Kŋ4�U<��Mض�s�rۗ�aj������=a�n�W�����K����f��a�\�'�Z�����^�T|B��7���c�;��5Z��eܵ���y�6�8Jŉ�,��T�GA�67M�=����U�w��]�,G.m�c[�{W'�m����7n���>�Y\�Zz`�]��>B9o�<�5��v��Eڣ�T�mK�\�4���͘��/�n�-<���U���#y�9j�y����bW3�8Ͻ6�S1�{fah/�!s�~訴Klo�����h=��{˟��Zͦ��pmR�W�3�v�]��hй�,�����c
��	W7�u�}I7�[{C�:��#^��sZ�ڹ����&y�2x4ޚ�S�w&��Ӛ1�m���]FLu�Z�[#\��.ox����ͳvux�n��Q<��6e7��Q�Q໳2,9]�&���[KL��8�3�����9���Ż�s�ڏ���o߷b��r���%�v���y�̩�9s��668�j���Gow���*���}��ryϗF-�ϫ�w�L�,ts+ov�e$T44֚���]��ڹU̚k�u������M�5SO(��1��<6}��.�圲{w۫��K=��&��+_�e�u�O�n`(+�(zׯw���o�,uGŐ���-�#�r�լ1��,�Ĺ�OKY�ԉ9�k�Že���ߤeŪ|8~oSb,�9��155i�i����u.�oR�+��{ǯ�L�*S��(�� �z�'�m�l<Z[=[�����g�>��ާ�\�z�����Mņ�2+�)�4Xs4�u��8����(�gp$G&c��$�<*����&V9�Us�i�fa��Nҙ_y����}�Q���YȹG��NL$�	��.�������>�����n���Y��n�be��d�ҒG�k�O�k���^f��Uiٹ5O��U�>��c��<��W�a\��U<"��7i�.�R4�0���\�΋j�Ȉ�O���w���9��d��o�k�I����1v���C�b�b&nW�^�OG�[>���L��d�
���;.�����-�c�ղ�\��5��+�ھ͗)��#ᛅ3Z��,��F�rs��\�4Z.E=����k�c[�s60��l��m���������_ۿE�~�鮅����U[�XW���ݺ���%��4����R�襎�����G5�I��
���ڊ*�\fLU�1F�d���t"���c�����e�{���K����aj�/�ԓ�Pe�,�EH\OX��L���ܺq},�Y����S\��׭�?r(�P������ʆ���&.{I��-�<}n����I�#���w�����}���b���/"�g��|�G	<��A�●�&S�{�c�Q�:W�-M�lּ).H]-��J�z��I)�le����R!]b�]ɻMS�i*���f���a�ް>:1�K8>�X�ښ��r�淿�UѨ��y�v�.�������>U�<����ٞ�43�vvŴ���S;�",���K��6Փ6'O&�?-�VŘ��s��Y�2Q6�6��j$/��p��|-4��z{����ܦ���C��	ĔU���`ue��I�$c�#�p�c���h{$�)R�u}��E텞<����ƿ2͇�M����(�H�j֍\uq�Ekv�Wf�l�����NO���/=�]~Ͽ>�-�U�`ổv|t�'�SW�c^	:�xw$�
��Sr��䐛~}d轼���/��G���GgO�>�������i��[�ݜ>���νU�g��W�(�5M�j�hO�n5������c��>Nq���ǫ0��H]�~������´���jz��cw���m��}�}�wʹ[s����)Ež5�v�W��n��^�
��~�����O.��7零��10�M~���S�+��W;�*�׺�f
��J{m��^��4���t#S���@��E�[�ǷDM�s2�-Qsh�r�ZS��͋���۔�Ӌ�v���Xy�Y�õ�侍�������}q�K��K]Ii����4��V�H#��Wv6�U�֨���*�q�tu�c���(��&+��\��}ea:�����x������u�zڸ֮Z�:�*�ǽ��tܜj��ΰ�~�c�{�M{�w^ʆpq��w_�,>�z��v��V��S����M�yĳ��7��eь�]KSY����^�5Z��=uQ�3ź�tSW�5���F�{QE���ݕ���?�ݣ�˯Ug�<�'�'�m�,7�P£�F?�:��{L�`nw�I-ޞL�r�z:���}��W��'�ly��d���r/��i=������+�;%�!�E]�����ɽ4��s��d���@�[Gnߵb��3�V�LB��<����O$V+lr2�T潔�� ��k����ݭ�EW�bk�x�py=_c���U|-_sfε�����η���]<��R������o��O�J[Ն�X*�Ps*����#���P�G.������s�ţ��.��ϼ^��4�V�)��fL`&�a�{�mz\Z�<8�cWػ-�3�Z�.tm�k<6��4,lrK#�Oq�ٮs*���m�i��k�">�9�&$�l�d�dM��e�G�����Dm��gy�b�v�4[ŵ\G.n-��ڡ&���D�L��h�%Mmf!q<ٽ�Oߵ�}��v�˹n�H_�E�j��*�����Gz��W�+�l�qsϺJ�V��(��j�Ojf]i7z�����{ͧ�y"n�t��Y-��l���SG�c�l�����|]9��3�=��u�͚���")����d~������T�;+�W��+���lܨ��j&���3��v���;��W�uV��͊VSU���`��u��H$s��+61���4�]X��D�Nlg���ɓ�*U������'ڣ�Y�-}�k/m��&��}ɕ�����񁕓�;$���Ȋk��r�[U]�<�������r�r$+�k}��_��������\�.�n̶��Hen�q?H��R�Ϣ�:���j�qr;~����oԯ2d��������T����]u�t�\@5crm�gX��e��W���*����KX�8�@����:&�f|���PT�fȧ���|�7q堸hc�hIVF�V�8��эbb&k�ϙ���}�r[��A��P>����_M�K!{#�$�1�y�s��MGu]UGfg�#]�*�)�x0��wg��|^��V�b��c�5���f̳�Yoo�Ł�`�P���+��z�5��Ѧ��}�ͪ(�X�W�-�n4�uc�C�8�O��*�W}
{L%Ob�dSoߨ�/턟&����z������!�|fRa��u����[�������#�Q>��Ͻ��2��M5�[��1K#]@�sp�hui�]�ym����v�V���MͧثM�7v��Y�f��i��[j�RY?]<�����i�|�pZ�fٹ~��Di�vn��Ů.ޞ�Q��9�����H�)�H����m�Fr�F_�Ğ�N*��|2Q��!��=�s�eӕj+�F��6�{?&l��-`��,���ω1%M�88SQ��V�m{����KO�e��KT�ڮ����9h�ڢ)������+f��Z(ᠷ�7r*x[�֎g�I$�d�V�n�-���!�ݹr�sr��e��UuQG=�8內�xk�4��׻��_��?ظYm�Ǐ���Ն�s����Y�e�UG�+)����V;3���U���]�9qsyL��I����絵1�tl׋��X��!�����ڪ.QwÓlص�٪���WaL���	e�ͭ����ּk�MsN��9��`���/��o^4�{N�V�L�)[�;઼u��v���OKR�ʹ8E���jt�]휚1�+�x�Q��7/S�3������QJA���:(Y�5$�=�Ӵ�>u�6���QU1��m�N���TO9k��%v���&6	�w�j_�#zt�4u�m�cw�	5��>Z�>Z{�S��/�p���D4�Q�H�vA�BA��x���չ�ز0�=�xU+Wl�v��Vb�ۼŋ�Pn�J��0m����tM��u$8�E���n�~�
��3�|V��j���L�?�@�h�]�f#H�o��$����\�1��:��J�uWI�1.�<v|��.�圲�w����K���=�Ek�,�N�������Z���]g�m�d�T�+�������vSDƍIs�4�W�)�LD./\�v�|x��k]~N�/$����%�Z�=k$sۨ 8�Ox���v{3�ʢ�^���k:��;e�7��ە��z��>�N�y`�I�Ѯ����ǽR�f�\���3>�e1)���:F����\5�)�;�u���o��Q9Ǽ�Z>�Z�Q��C=���{Vj�|!jŷE�v�k�o`z�h�(�o�P�O;㕎���sO$Uk1WW&?hU4cW4Γ�i5;7e]c4�/0�׶;lL>�hY�Eo��sh�ʧ�\���M�S�Y��y����9>0*}�"s�g����rO/�5��[�F�����i�������-��Nr�&4����1��t<�F�Y��(��)j�� ���!��2���V�s�����W�qzN~��_{p�i�ñ�j�L.r�C�١��m?gѮ�/��O�2ѯ�ʞ����D�����;Őa�Qf�ubH�KXZOBN<y�y������]�8��&�j��)т�r�f�1����i�,Ƣ��7I���x{I��뗦�h��������|���쑼���Z����G���wH���:���+2&ᴬgkf]�E>�ԯsh5'�v��\�k�k�T�Mٛ�:��������]�?r��KW�>���vq���J��3>c����I귵��G��})�����~�x�\�1O����:	��O�)F��rTّڿ1o_�YR�9�uY)f�؆�y���)��V�P�K����ןqW8�Unn�Ti�qj��k�M��r���if�֫�SU�NSO5�GuWF��!�U�\�>5���[N?�Z���hm4��YY��\Q5�1�ad������ ��k˱Q�m�.E�]�r)➐�ګeD"�
�#������յ���xZw��{�5�=cJiD�G��X��[x���_r���=D����8^�0��U��W<^r<rd��Ï�v]�ٱ/���c��:���7��D����W��i'���gC����^x2�����+��~*��&Y�\B�������ܵ�ǹD��D�k��~�t^���I��y��.?6Q�׆C�ii�L$�]��4��G�7����'^����Uq�J5M�j�hO�n5�����l�c��>Nq���ǫ2��H]�~��{QS��Z^�{53��l��泥������Z�r��_R�U]��ҋ�|kb垍��#�Xʊ��s�Ā熒<ڪWk�tU_="e�{UDy��M����Zc��o�������O���!��5��4-����\�:��1���f8ǔ��\�ªq���u��C,�CK1��������`'efG	�,�g��癈���;M,��q���m=�7��p n��pUV��̹TGcN��z#^֫g��^%��ݽ֊k�"��G'��|$<�v6�N%�M4&�iݷ��F��c�Ͻi�n���ɪ4�����|��_I�!k� �A5;8��=�.ә���k������oO*#U]�Wj���p���w
Y�R�����W9��YXH�j�qr�Uǌ̲�c�DS>�[ dmg�_��j�^ϧ��bwH��[�:J'�m�'�)�O�_����L{���R+x��=�^���~Ǜ��iٝQ<�c�_�&������Z%�Հ���ѧ!���E�6(pv^�/Xq��k�jX�$�RA�a��B�w��l]��^^M�鮩�b��M���\����n�����SH��#�k^��F�dk��+����&�M���TLL~H��<ُc���9_�0�1=�ֻ�k��Ӻh�;�#t��8q�����]܎��FEq]z��Ju��?��w�ի͡�[諑�R�a|V
�ʁ���>�����?ˡ�/f�������k&�����?��������{HsO��V�U1]3L��i��TJacn�f�쾾X#�PV�m�Q
�^�����pD��;�w���X�e+��S4��EfLyC���M%e-�l�æ���7F��H�<�	^ж�O�ت�?���صTT�Fm���K)�8c�o4U��ɥ��&1���=��ԻM�ZhJ�pv=�7��ɍ!���E�;4���!�q�t���t�y��R�x~���,V�����6�!N�:�S���Y5��nѳ;uv�u�|ٺ*ʘ�!���l�+_�Qz�v6_���]��=���;_�Qz�F���:�̳v��ٳ[o�բ���lъLa!�����nwn�5�̧*���݉�1>������k�2~%J���.���oW�GD�AZ�"�f��dM���/�+����+/:'D�����w$r�=�j��bu]`��R�UT[�hs��X�H4k�VV��[���vݫzx�En_�3e��j����4s�^	���灻���V>�f�j�KW���.o���̥��.6�[�3B��][R�Ԇ�4<��,p�,�u[�F�,���^���Ů��0���Z\���7Pt:��(��N�G��c�x��HH�)�zJGڶ�[�������&�����pk�?*����Y
p�5IL����ϸ7�g���g}�Q+���ۤ4���MG-U��UWDS��5Wn(�GC���D���Rv����%��~i+�>Cb,���J|A=ϸ�C,>���1�]�<`�,Z�Q1,�-����S�k���p��|�YW���x��a*{� ��~�Gal$�0�}���ռW�֋��2�;$c6͟\o�-t&�h���n�x��5���h�~j�:F�Ox���E6�Y�v�����:�a9����=5Keu퓫.|Diȝ�U�ڿj�fmի�8����ODӯ�4�]��
bS�#2g�M�x�kN:�ô���Q����7M]ལ��l�?��~���CD��W#�ܵڞ���c��^��������ɟ���$��?���<�_½�ݟ����������#���9G{ʚK�7�S>'ul�����k\�w=G.��ƹ�MQr���^�yֳk��TvtX�q�0��q��M��٦}����I�����l�Ǐ����CX��O�3��=������d�w����fwtj��#|˹F�o��NZ�%�+q}!�=������$�7y�t#�V�TgٛU�q��=q]	�c�S)s~�)4T%�D�Dǎ��F��A��.l���^�bg���n.M:]�^�ά��;<��\l���yԸ}��I�z��+�P�}h��v���>���Lͽ?$1�l�gf(mmDf��J(h7����nq�^���D�{.��oΩ�-W72r��xC,������}t�^Կ�cZ6��4u�m�ci�gD�'�sM[���� ���Ğ�U|���7GX�����,I��g�?���Y�/�}�������f�|<���Yf�s��٘�
����������wf+��y�h�c����c_S�O$��cF4��;ڞ
��1Ez��i�v�z�ٍf~L����sY�Vل�͹Z�ĵu2�D�0x@���+��ݭ"�#c`Ug�]�x��ƕ�+X��2���تt�'V��xi۫K��Z�rb��Y�[wmUDS�[�#��u�m��n�8~��)�&�"{�4c|��w��n��eoWEv�5h�6r1���h�5ӓY���4׉�a%�"�i�se����·qI5��]ij�%0�Y�%k�;\t�yJ�n��QR�.צ�U:j�6���r�q���PFF��5��j2#�	h5l��7)���o|��,5�gwܲ��}�r#�^cd��ק�ϓs�0�O�;����&�K7�
=<�*e�veF�/S&��^j1��v;FWZ�ml���c{w[��c|�Dݯ��'L~33T��Oc,:�%�y�e��{��/����\e�p�m^�'�'^j�<M5��ڷ=65��i��c�~��W����u����l;֭���(5�l̯�|d�Թk�vo��� }-���=,�-�I�w�e�]���N+T��z���#��Ev+���@J]�b��k���iд�8�;�h[LS�=�eyS�f4m�qZP��1=�ɉ-�RN�C �SZ��Ԁuow8�e��E��q�K{����C�?Y�}�n����%%+YWC;f�ű484��<r���u[�\i<W���6��Y=5^����}.Vڣ��UVk��,��P�z�_�X��^ak�q�Uٛ�ō�M�ֵOF��lO�+_�Qz�;j=�k�'n�I�f�,}i��¤I�!u.�;���s�
��8�D�)�r�]����6zc��)˹2l���)F/�����K(��/~�*{Edתij_L\����N���J�ǻ]�KMs�ͺ�k����{C�Z�����U�����')�k|�ꮍE�C̫��wlS�M}�M+�"���Ǳ�F�}�Q���W)���v�,c����eŶ���E4m��:���+	a�N��<��G���j�3M55�y�Q�@�dl����ى����F)��soW�២�^U����s[|�w׭������5���b*��z�R�옞��ݦ���F+�Rj!��nɯ-yqI��ʊ�^OOo�%E��/ęy�����?64�=���9�������*ASF��q�o՞zw��b5ZZ˪�qOe~�AO_Xs�Wm��Aw��xYP�9�� �u��TT����j�|R�rT�o���᝸��'�V�ײ=��Hs�����z�{9lq��O7�[z���hͮ�!Q[;bay|D7y�N����Gx�ܿ�LZ�fu���l���ߞ��%�5�y;��Ե�˅��UO�"����t�9<I�\z��LZ�����oF&O�a���,0~Q_/�f�6]i�N!|w	&:x������|b�{C:�e�D�:�{����Ʒf���8]8�������l�gE\2=ǓZ�I��Ȧj�\G�J���ܦ|5lK40	�_5���E��P]i%l��xR���˘�#Ŀ��okU3<�����M��i��������mVƸ�o�V��#}Ae|@p�"�Q� w�ײ���ƻ3n���+<J1�}�c��6�rsY�QG��t���J���{���2���U���Y�qlS<(���A���Hkk�p��Z(�����Wi���W�7#.btҟ9�.՘��򅅕9k��Ś�O��Y,.�������]F�u:�4hY̻X�g�xϚ����>�{��O2�&|e��<���#k=����[���}}��v�0���Έ�ֲ?YfهѲ�B����qIjY�ǈ4-#]A�iw�W���8j�\��K��R�ƟV�gM�|���/�;�+�^��y6ǜ�bU�A������Z5�կ������:��������wh���F�R�T����I-2�8�زYV�3]S���湙�H9������|�H��r��8s����}�fvӎ ����k�z|��C���;k�{{%��)ˇ��0����n��u$�V�7�q����t�T��Qvb-�R�r*�)䐽�eT�
v�5}���v����9t=�����gw���=5�e�
b<��4Ӓ'� �.�U&���w��qI��ø�k�����=�_@)b�U�b�����-�/�Wj��Y՜���#Hz?4�^~�0���ʗ��_z^�r|O�]��ß�?�)�{+�I�ɉfl��f��sN�n��6X�B-��9�;{u����X��Ʀ��4�^Y��~�����k�2~%J�[�\{��֭#*:%��Հd��ۃ쉻�_E�ebr�v7�`Ud��ruLΪ)�*Gj�"8�^(��c��I>(�yh�xq��/Q������1�,i����3p�w�墹�oτ�b��c��Y�c���2`JL?K�%�IC����J+,�N�����-�S�MU��k�DS͕�M�GO4[���������W�)�����y:�ؖˎ�|T�qM~��J�sJ/���-~����t�O"���Oi�Ħ�4Ϥt1�������,��]�<��4�H:�xȢ�߿Q�`����ak{���x�Oj����GY�bG�&"`'_*O5�4�U ���\��Y����͎��� ��/Q�,�n�y�F8+f������^�Ѷ������W-v�σ$|�y��,\��x�������`�����:`�/�5?����?�}`������^Ȍ���]%�+�)��ﭖ9"}D��������9w,�5�jj��k�]ڙ�s���V�:,]��Wl'��	�U����GXd7w_�W����y��-��Z#��Y�~�tk{��+_<ι=������evw�ۏ{���Ѫ�x��.��s�S_��9�5�$�gU���k
f|�˓6�t�|os���*;�y�,�
��L��di�<Π<�R�
q�G���>�̪�\�E	L1�|����~e�ͭ��]_��6H�7Ƙ>o3��5��^��'�ٿ~��������|�g��ka��g�OE�~�_��'���aҾbl���k���͊(�)�s�}a-in��f����uEq]\'��j���f#I_;e�fT�=��dl����-c�yqh#�骱�94���v�R�±U�1E\�0�c�:�׷0?���=k׸ܩ�p=��HXィ�ːTk'!J|BK�>u:��>
�2,����*�;�c���Ź�[�kxs>���^.[����N��B��U��k"{�浠q$��5Ӛt�vS�^���K��vZ��ᆾ
\$����A��;՝��l�gͺ���+½k��W����u����l;֩���(4�}%��y��u���G��HG�N����
yr8sL]��;FQ�=�,�����tޥ���	I�����>6��^˧�ϥ�,e�l���?4[`�����������yʎ���)/;HU��tx��b���?�R�:#(;������+{��v5�3��ȳ��o�w��-�&�M�&^�l~���s�m�<�2J�����{���w��5���_&*�3�kX��S-�u�zŏ����r��SU�NS���]���Wir"5�S�T"��J����D`
ZZ�D)���w���|3�9�]9qQ<���\\��4���ڸ���?�����h�Eys��0��i��%����+;�c����l;�|�%']5�Q1Kݺ򦨊������:/n�~$�)���{�͔vv��I����s��
*�+�h�EN�����#��Ȗ�����cOl_�X�V��;q�f��C���x�ڜ�κ�@<�+��3�C�L�#u���{��[���!3]S�UU��:�Ei�f	"������2A�k�T�j��yD�ڈ��i�6�/[�ָU�Q�X���:>:����>m$����&b������'���V�6��ֺQ}�8��qe����s�j[�p;t�ٮ���	Y}�7#�d���,�l���,����2'?�s&�[E����[n�Wۧ�yi���{5�V��A8����şIo���?�y��M��\�T1�eRX-�]�
�2�z��d���i����;����=Ƿ�m<Ϋ1�U��Wi�����Ȋ>�ETq����4�r+�>ij��썬����5n[/��6o�G�^����:�8�5���y�Q1U>K������������\a���
�1��j�E-��;j��13����M~��o�Z�Uد���:������p��S�[R���q�k�:��7x��s��@Y��Y�UuS��+��߉�cF�!s�\��-�=�\�6c���Kΐ�	>�EPSU�F�6���t��s!6� $sHi���t-�W�~ξ2�󩙹�#�H�j��V˫��ǹ5�Q����"���q�����t.a�2�!�;n`�N���`�n���\�Y�-%��t�8s\��˹]uOj9�c�*��F�O�����Y�M/�TeW�S�O��?n�����i2��&�8��S��ۂ?{����O̢6UϽe��p)~t��hƶ;��Ebu-EM��0�8������S��U����eF���^��ص�I��~�q>-��ҽ�dF��	�~�{y,NTL��f����	<R?�uV|X�0�A�8�E<e�R) �7�tդk��F�Ű�7��+���]+2[Բ
X�l��ݐ<���E�#��߮����ڗ��!��Ƨ��?��������b��?�᧦��H��ݩ�p�8�zcSgOU?H�C��?j{f`\05�	�hl�{�����87wC�R�]�/��r*��N���خcM�r�]�(���2I�0�doxm|�ŭ$��zrZ�ܢk�y��ծ�2��O�5�yѮk��h�7W����s/<a=��@��!��~�د4,yp`�82�~���W�������F�wt<z�6]ܚl�n�aͶ�>̮�띚���#1s����������#7�����o����Q���1��[�O�f~�=�����?Tl��l����S���3�{7���sgy�[,7�j�ۢ���Z�\��kO���ǆ����YY�Q]:DJ��̪���v�ba)��GI;5܉������Ŧ�6��U2�s���(1���U@hԓ�{OgU�*���9q����$FC�ׁŎ:qw�^:��Ɠ���{���(QN��rN	�I큾����Z��Z�m��m�l[�%:����4@�D�D)ڐ����wϦ��;q�����`���-y�~�3̺�Ϯ*Ʒ�X���#�rV�2!৉�MP&�\�d�3#
���|J_P6��F��oV�]�5�*��b���YfE��W��t��54�j��f·S�ӫ���5ڻm�Uf�����2v���eN�q�y/d���Q5�����1����>T2m?�V���#<���<�u��	���G��O�R����yQ�Vj�otn�v6����o����>���yy�u�3��G^,炰E�/0�5�[��[)ƌ���$�q=��WLSCv�w��ܝe�j���t��$��ײ7��m�y�i-o~g����dLSUZ�Xs��*ǶC�=�����͗�%Ȃ;
L����:
u�(��]x'.�[Xa|�ɫ.�Yq]e3�s栶I4.ޕ��C�赌�J�ޚ�tb/ٚ��Օ~,��.����+�U��C����v����ظ�i2}��{P}|ؓi����K/�n�x��ʋ�4���\�Dt^F���φ��+�k3�_����j��Wje�2�c\��*��-�շ�g�x��3��s`�7�ԍA��G���v��+j��_6v�V�Z9��?+�sZ��:�RZ5'�n�^�[���T�[ȉ�7��x��]�]�UN��{��"uQ����Yي�칧V������6����aan�v����'��j��M�� ̬��
���'�U=!���t�Rs��*�\��M!�#�<�g�z�z|9p��5;+#�Q]��,���>���鿓G���8��X�Y�6]a�;Q3**-��)$� C^�05�k�BB�<�[Tz;qO��P��A���X`��f�A����t�7A�[�^k��z�J#_s��fo�,v<.#������͎��CE<$�A�F��JD�����>�������O�^�yOXmѿ�~��8����hb��ٷ���Қ�����[g�$�vo��v|y��&��ŧ�D�O��X_µ~{UF��w2�g��2MQb�{����������-�5�}U<��2;7'��rz��j�c������p_+��b8`t����Y3��Bm4C�p!��{y-�eLz5�f�&"ވ��$����Vk�_*��D8�� �#C�{I�9��Q<���ӶF%�e��a,��|��TP��h٣z���@A�N���V�k��\vX�ALU�S��6}ٝ��Q���y��p��W���Rj4,�^�<��h���d�zO�n4�F��������rR)��и�-׆���R֎� �xR�꧔��4�γlߖX���f���)�gѻ���ܚ8�r�6m�����>T]��OCq�Hu�4u�o�]�Y
6�]1?�ڬ+R�wލ{<�s����O'��[M���U���v�^�T*���)c��G>:��_��f����{�����>�
���<��e��9K>er����9Z|�ŧ�Y{c�uh�V�|%~H�;*a�_[+X�������\�~4�
�F,]�����0�[,SE�#(�k���ZDm��ڦk�b|e��LvcXz�C>��T��7��>J����(Mg��Ǒ�G��k>gf<�l{��w(��:h��4K�p�[��Һ���i���O����e�i��"���[bW\p]�g;ͧ�{�n��ڢyVm��a��[
em�}��7\��4��o�N�R�z%Bp�K�:9�/c�h��I��i���yۡT���
�)�Yc��G�7��k�Y�����Jb<��*S�W��X5�K�6=͛$��2ι5߷T�+O��yQ��([�%��Y�/�i�D2`�ؕ�sK}B��C�+�6���.D�ٰ�/�
٣���FQB�1�H`޳t�l�Gه���O�O*��ʄ�Y��A]|j�����Qs�~�Vp�3LU�cW�j��4΋V���'��ㅭU �:ҵ����X�k�D/(�ʷSr~+��W݉,�In'���i�a^�Ź:�,�����H�^��oᚗ<�qև_��9��$j�k�Vf>���[ެ�f=%10�/�:x��n&�V��=;�'�ڑ�+
�q�����<.[��ý�y��fo��Mso��c^�q�����ɣ�j���l���z���I��4��!w�B5��`#��B��g��Ήe(�5ƴݍwc��ein���W�"�hO��[�ʷ]�x���\�x/[��5۝cFtfZɺ�CuI&�qWN
�$ik�sHЂ5/Q�u�b'���e����\0���;�[H�}�5We_�:�\��U�Us��e�������y��p�����gչ�⳯gcWΕ�z�3V;[u��ksֶq��Y*7�2�[IZW��U˂żt~׵���@����� �9a��Yk{�~��걫bO�ְ��fU��>�eɌ� ��{��s�d��.%s�Q0��d_�5�+��cؙ�Y����]7⍲���}唣l���nBʬ�9��������{-}�۷%];�k��7�$sZ����ȵDZ�'If�M��U3\h�\�?׎����zI���4Q��R<���^��q��W�s�M+$����L�Zo\�ժc�c����U������[fw��x�ObҼM�s໣hd�:�rǗޏ���1ƅ�{D����245��Bqm�2m̺8N�Ǘ�xt�ɍ�n�kq�k���B�V&�����5ǯC�z<��)m��c��8�u�'���Tg�	_ӷ�O�L���Kͫ���u�Q��Z)#��w�	�ƹ�[��}�_)�8�5]V��SA|��Y���������q#�q+ݛU�ș���{���MQ30��x�޳P����Aܥ�h���!@�V�inQ�顪���ч�p��*��)����B��*iLe��4li>��S~�<����]<����	���1�*-D����H��HWtm�<U�&�x���WT���b˽�Y�E3='@}�uNչ�څZr��hc��F�-���b�Mă��Q�8�;Wy^Q���U*�0�8�a�ް�Y����'@m����C�tWTm+s�iʢy��A�=���՘�Éh�2u��}]�e��EP���p��6:���6w�t7J���6������FkQ)��>�����ߪ��=��U��S~�{��Y[���C64��N�^h�|�[��7���L��r�^cW�ӂtJ�hx �A�AR��/���7��`�V��u$d��j�YS�TUΘX��������)$w9(��]�=�[Շf��|���\o6�{8�����l�UrX7����#�hƑ:?�
#��,p
{kZ�\��jc���o�#m63R:����k����j�l���o;7fm�3-^�u@�d���{�q>�akV�c�e����a�ꂲ��V�AAP�5U+�f���h��<�k��j�O��"����7x��tATe�Zo��en��QN��!U���=Z�?59�E\�E�g���:��:���3����oi�Z�i�+Z�WM+��\�X�H.v�O'CX^���R���Q�b%�[#yj�/]��kh�󰟵��k���N��ܧ���IYW�"}J�%�a,wC!����Ϻ2>���9d�ޜz�j&?U�[�r�U�w�o4,�;	�յ��%����'�Y[{w�;�,jٹ4��ᜪ�T����p��62�9Σ~�F�I�z��8�ٮ�nG)y��~�陧Ŵ�����]T��D}��o#J�}%p�L�i��W���yJbf<V& ٫+�C��8�3��S���ӕz�U*E�㔱��`���j��C�:������+�v�E>*ѕr��ѡi��u���!<#���Fi�n�]Q��Z�js'���qG=��mW�%��:�R=������*�L�;��_�)�̓�`z�mTR����O����8�s�EXʷ>+�$3
��0ɂ�͕�sKE����EV��3�P�7���-�`�g���S1���
v���Ay֑\��`j�/pM��H��R(P9���y�4Ч�U�T�x��@@@@@AB��j��<��#�G��D��U ��������� ��T�D��ySIG�Q�JU@@@@@@@AM@��Jbj�]R��@@@@@@AB8"4�@
U$P�j����]�Q"
��(Z4��I���}�UE)U:�4P�"
5��!�]4��PTrD�����������(�(Z9����}�)Tq
���
4�J-F�$�^��%
�F�)UH               ��D8�R)� ���*����������j�@�H(�Pӂ�T�'R*����������T@�h�U@)�PQD@@@@@@@@ADF��4I�4��       �*��� ��H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��
</file>