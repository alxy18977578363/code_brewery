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52" r:id="rId3"/>
    <p:sldId id="1237" r:id="rId4"/>
    <p:sldId id="644" r:id="rId6"/>
    <p:sldId id="558" r:id="rId7"/>
    <p:sldId id="1241" r:id="rId8"/>
    <p:sldId id="1240" r:id="rId9"/>
    <p:sldId id="645" r:id="rId10"/>
    <p:sldId id="1242" r:id="rId11"/>
    <p:sldId id="1243" r:id="rId12"/>
    <p:sldId id="1244" r:id="rId13"/>
    <p:sldId id="1245" r:id="rId14"/>
    <p:sldId id="1246" r:id="rId15"/>
    <p:sldId id="1247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16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>
              <a:spcBef>
                <a:spcPts val="385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返回值是输出字符的个数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字符数组要有足够空间容纳输出的数据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否则越界错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printf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输入地址表列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返回值是正确读入的输入数据的个数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scanf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"k=%-4d*pi=%.2f#",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451124" y="1244869"/>
            <a:ext cx="4385741" cy="12511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、本作业的所有程序，均在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.c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方式下运行，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后续不再提示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、认真阅读第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!!!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5578475"/>
            <a:ext cx="2503170" cy="10648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"k=%6dpi=%10.2f",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的返回值是：返回的值是成功写入到目标字符串的字符数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950" y="4813935"/>
            <a:ext cx="2638425" cy="7931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"k=%-4d*pi=%.2f#",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使用时对字符数组的要求是：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+mn-ea"/>
                <a:sym typeface="+mn-ea"/>
              </a:rPr>
              <a:t>字符数组要有足够空间容纳输出的数据</a:t>
            </a:r>
            <a:endParaRPr kumimoji="1" lang="en-US" altLang="zh-CN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295014" y="1244870"/>
            <a:ext cx="1562985" cy="4776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VS+Dev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4105" y="2127250"/>
            <a:ext cx="3477895" cy="25507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 = "Hello 123 11.2",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"%s %d 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s,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&amp;d);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("s=%s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=%d d=%f\n", s,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d);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9505" y="5026660"/>
            <a:ext cx="3586480" cy="11055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"123Hello";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结合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sscanf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的返回值是：</a:t>
            </a:r>
            <a:r>
              <a:rPr kumimoji="1" lang="zh-CN" altLang="en-US" sz="1600" dirty="0">
                <a:solidFill>
                  <a:schemeClr val="accent6"/>
                </a:solidFill>
                <a:latin typeface="+mn-ea"/>
              </a:rPr>
              <a:t>正确输入的数据数量</a:t>
            </a:r>
            <a:endParaRPr kumimoji="1" lang="zh-CN" altLang="en-US" sz="1600" dirty="0">
              <a:solidFill>
                <a:schemeClr val="accent6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4695" y="4227830"/>
            <a:ext cx="3280410" cy="10267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&amp;j,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);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顺序反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不可以）被重复读取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3455" y="2272665"/>
            <a:ext cx="2433320" cy="20707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ni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str,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=%d j=%d",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("str=\"%s\"\n", str);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不可以）被替换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00" y="1947545"/>
            <a:ext cx="4044950" cy="25603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244870"/>
            <a:ext cx="6312332" cy="41550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x, w;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</a:t>
            </a:r>
            <a:r>
              <a:rPr lang="zh-CN" altLang="en-US" sz="1600" b="1" dirty="0">
                <a:latin typeface="+mn-ea"/>
              </a:rPr>
              <a:t>请输入</a:t>
            </a:r>
            <a:r>
              <a:rPr lang="en-US" altLang="zh-CN" sz="1600" b="1" dirty="0">
                <a:latin typeface="+mn-ea"/>
              </a:rPr>
              <a:t>[1..99999]</a:t>
            </a:r>
            <a:r>
              <a:rPr lang="zh-CN" altLang="en-US" sz="1600" b="1" dirty="0">
                <a:latin typeface="+mn-ea"/>
              </a:rPr>
              <a:t>间的整数及显示宽度</a:t>
            </a:r>
            <a:r>
              <a:rPr lang="en-US" altLang="zh-CN" sz="1600" b="1" dirty="0">
                <a:latin typeface="+mn-ea"/>
              </a:rPr>
              <a:t>[6..10]\n");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("%d %d", &amp;x, &amp;w);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不考虑输入错误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("01234567890123456789\n");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char 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[16];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"%%%dd*\n", w);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x);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357" y="1244869"/>
            <a:ext cx="3470278" cy="41550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400080" y="5029200"/>
            <a:ext cx="3470278" cy="3707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别去网上瞎查，认真阅读第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3010" y="818515"/>
            <a:ext cx="2034540" cy="9296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775" y="1748155"/>
            <a:ext cx="2164080" cy="10515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545" y="4280535"/>
            <a:ext cx="2042160" cy="9982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2470" y="3121025"/>
            <a:ext cx="1798320" cy="9982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975" y="5278755"/>
            <a:ext cx="2049780" cy="1028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8025" y="4119245"/>
            <a:ext cx="1813560" cy="1066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：键盘输入一个长度</a:t>
            </a:r>
            <a:r>
              <a:rPr lang="en-US" altLang="zh-CN" sz="1600" b="1" dirty="0">
                <a:latin typeface="+mn-ea"/>
              </a:rPr>
              <a:t>[3..12]</a:t>
            </a:r>
            <a:r>
              <a:rPr lang="zh-CN" altLang="en-US" sz="1600" b="1" dirty="0">
                <a:latin typeface="+mn-ea"/>
              </a:rPr>
              <a:t>间字符串，再输入显示宽度</a:t>
            </a:r>
            <a:r>
              <a:rPr lang="en-US" altLang="zh-CN" sz="1600" b="1" dirty="0">
                <a:latin typeface="+mn-ea"/>
              </a:rPr>
              <a:t>[</a:t>
            </a:r>
            <a:r>
              <a:rPr lang="zh-CN" altLang="en-US" sz="1600" b="1" dirty="0">
                <a:latin typeface="+mn-ea"/>
              </a:rPr>
              <a:t>长度</a:t>
            </a:r>
            <a:r>
              <a:rPr lang="en-US" altLang="zh-CN" sz="1600" b="1" dirty="0">
                <a:latin typeface="+mn-ea"/>
              </a:rPr>
              <a:t>+1..20]</a:t>
            </a:r>
            <a:r>
              <a:rPr lang="zh-CN" altLang="en-US" sz="1600" b="1" dirty="0">
                <a:latin typeface="+mn-ea"/>
              </a:rPr>
              <a:t>，左对齐输出这个字符串（最后加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注：输入宽度小于等于串长则置为串长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，不考虑其它输入错误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#include &lt;stdio.h&gt;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printf("请输入长度[3..12]间的字符串及显示宽度[len+1..20]\n");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char str[16], wide;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char my_str[13];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scanf("%s %d", my_str, &amp;wide);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int ret = strlen(my_str);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if (wide &lt;= ret) {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wide = ret + 1;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}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//输出标尺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printf("01234567890123456789\n");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//将输出格式放在str中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sprintf(str, "%%-%ds*\n", wide);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//输出my_stir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printf(str, my_str);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2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0911" y="1951251"/>
            <a:ext cx="3714286" cy="6571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612" y="3160745"/>
            <a:ext cx="3685714" cy="6476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065" y="3808095"/>
            <a:ext cx="1623060" cy="10134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115" y="5068570"/>
            <a:ext cx="2139950" cy="12960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：键盘输入一个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型数据，再输入总显示宽度及小数点后的位数，右对齐输出这个字符串（最后加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#define _CRT_SECURE_NO_WARNINGS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#include &lt;stdio.h&gt;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 main()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printf("请输入double型数据及显示总宽度、小数点后位数\n");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int  wide, afterpoint;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double num;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char str[20];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scanf("%lf %d %d", &amp;num, &amp;wide,&amp;afterpoint);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//输出标尺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printf("01234567890123456789\n");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//将输出格式放在str中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sprintf(str, "%%%d.%dlf*", wide, afterpoint);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//输出my_stir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printf(str, num);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kumimoji="1" lang="en-US" altLang="zh-CN" sz="1400" b="1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kumimoji="1" lang="en-US" altLang="zh-CN" sz="1400" b="1" dirty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12.34 9 5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123.456789 12 2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(3/4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的答案没问题，想不通去看第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章作业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9683" y="2050577"/>
            <a:ext cx="3361905" cy="6380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11" y="3160746"/>
            <a:ext cx="3419048" cy="6666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683" y="4426380"/>
            <a:ext cx="3438095" cy="65714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683" y="5534875"/>
            <a:ext cx="3485714" cy="657143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 bwMode="auto">
          <a:xfrm>
            <a:off x="9707658" y="164421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ZDlhZjk3MDdmY2RjNDU5YmVmZjU5ZGI1MDk2NzM4OGU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5245</Words>
  <Application>WPS 演示</Application>
  <PresentationFormat>宽屏</PresentationFormat>
  <Paragraphs>359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alxy</cp:lastModifiedBy>
  <cp:revision>55</cp:revision>
  <dcterms:created xsi:type="dcterms:W3CDTF">2020-08-13T13:39:00Z</dcterms:created>
  <dcterms:modified xsi:type="dcterms:W3CDTF">2024-05-12T08:11:50Z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106B2B5024C845099B7B5EBDFA64FCDC_13</vt:lpwstr>
  </property>
  <property fmtid="{D5CDD505-2E9C-101B-9397-08002B2CF9AE}" pid="3" name="KSOProductBuildVer">
    <vt:lpwstr>2052-12.1.0.16729</vt:lpwstr>
  </property>
</Properties>
</file>